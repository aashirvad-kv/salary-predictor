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7"/>
  </p:notesMasterIdLst>
  <p:sldIdLst>
    <p:sldId id="256" r:id="rId2"/>
    <p:sldId id="258" r:id="rId3"/>
    <p:sldId id="257" r:id="rId4"/>
    <p:sldId id="282" r:id="rId5"/>
    <p:sldId id="259" r:id="rId6"/>
    <p:sldId id="271" r:id="rId7"/>
    <p:sldId id="281" r:id="rId8"/>
    <p:sldId id="261" r:id="rId9"/>
    <p:sldId id="272" r:id="rId10"/>
    <p:sldId id="275" r:id="rId11"/>
    <p:sldId id="280" r:id="rId12"/>
    <p:sldId id="273" r:id="rId13"/>
    <p:sldId id="263" r:id="rId14"/>
    <p:sldId id="274" r:id="rId15"/>
    <p:sldId id="283" r:id="rId16"/>
    <p:sldId id="284" r:id="rId17"/>
    <p:sldId id="265" r:id="rId18"/>
    <p:sldId id="262" r:id="rId19"/>
    <p:sldId id="260" r:id="rId20"/>
    <p:sldId id="278" r:id="rId21"/>
    <p:sldId id="268" r:id="rId22"/>
    <p:sldId id="277" r:id="rId23"/>
    <p:sldId id="279" r:id="rId24"/>
    <p:sldId id="285" r:id="rId25"/>
    <p:sldId id="269" r:id="rId26"/>
  </p:sldIdLst>
  <p:sldSz cx="18288000" cy="10287000"/>
  <p:notesSz cx="6858000" cy="9144000"/>
  <p:embeddedFontLst>
    <p:embeddedFont>
      <p:font typeface="DM Sans" pitchFamily="2" charset="0"/>
      <p:regular r:id="rId28"/>
      <p:bold r:id="rId29"/>
      <p:italic r:id="rId30"/>
      <p:boldItalic r:id="rId31"/>
    </p:embeddedFont>
    <p:embeddedFont>
      <p:font typeface="DM Sans Bold" charset="0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B6AFF"/>
    <a:srgbClr val="3E268F"/>
    <a:srgbClr val="735EA7"/>
    <a:srgbClr val="9867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25BBAA5-57DA-4E51-9745-09ACDE23C31B}" v="554" dt="2026-03-11T17:30:30.191"/>
  </p1510:revLst>
</p1510:revInfo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428" autoAdjust="0"/>
    <p:restoredTop sz="94660"/>
  </p:normalViewPr>
  <p:slideViewPr>
    <p:cSldViewPr snapToGrid="0">
      <p:cViewPr>
        <p:scale>
          <a:sx n="50" d="100"/>
          <a:sy n="50" d="100"/>
        </p:scale>
        <p:origin x="653" y="29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shi aida" userId="b99504e7675a6229" providerId="LiveId" clId="{73F97104-D300-49BD-835F-3C2D9C3B04A9}"/>
    <pc:docChg chg="undo redo custSel addSld delSld modSld sldOrd modMainMaster addSection delSection">
      <pc:chgData name="ashi aida" userId="b99504e7675a6229" providerId="LiveId" clId="{73F97104-D300-49BD-835F-3C2D9C3B04A9}" dt="2026-03-11T17:30:37.237" v="9068" actId="20577"/>
      <pc:docMkLst>
        <pc:docMk/>
      </pc:docMkLst>
      <pc:sldChg chg="delSp modSp mod modTransition">
        <pc:chgData name="ashi aida" userId="b99504e7675a6229" providerId="LiveId" clId="{73F97104-D300-49BD-835F-3C2D9C3B04A9}" dt="2026-03-11T14:11:20.705" v="7813"/>
        <pc:sldMkLst>
          <pc:docMk/>
          <pc:sldMk cId="0" sldId="256"/>
        </pc:sldMkLst>
        <pc:spChg chg="mod">
          <ac:chgData name="ashi aida" userId="b99504e7675a6229" providerId="LiveId" clId="{73F97104-D300-49BD-835F-3C2D9C3B04A9}" dt="2026-03-04T14:53:51.962" v="61" actId="113"/>
          <ac:spMkLst>
            <pc:docMk/>
            <pc:sldMk cId="0" sldId="256"/>
            <ac:spMk id="4" creationId="{00000000-0000-0000-0000-000000000000}"/>
          </ac:spMkLst>
        </pc:spChg>
        <pc:spChg chg="mod">
          <ac:chgData name="ashi aida" userId="b99504e7675a6229" providerId="LiveId" clId="{73F97104-D300-49BD-835F-3C2D9C3B04A9}" dt="2026-03-04T14:54:41.679" v="83" actId="20577"/>
          <ac:spMkLst>
            <pc:docMk/>
            <pc:sldMk cId="0" sldId="256"/>
            <ac:spMk id="7" creationId="{00000000-0000-0000-0000-000000000000}"/>
          </ac:spMkLst>
        </pc:spChg>
        <pc:spChg chg="mod">
          <ac:chgData name="ashi aida" userId="b99504e7675a6229" providerId="LiveId" clId="{73F97104-D300-49BD-835F-3C2D9C3B04A9}" dt="2026-03-04T14:55:57.771" v="164" actId="1037"/>
          <ac:spMkLst>
            <pc:docMk/>
            <pc:sldMk cId="0" sldId="256"/>
            <ac:spMk id="8" creationId="{00000000-0000-0000-0000-000000000000}"/>
          </ac:spMkLst>
        </pc:spChg>
      </pc:sldChg>
      <pc:sldChg chg="addSp delSp modSp mod modTransition modAnim">
        <pc:chgData name="ashi aida" userId="b99504e7675a6229" providerId="LiveId" clId="{73F97104-D300-49BD-835F-3C2D9C3B04A9}" dt="2026-03-11T17:30:30.191" v="9062" actId="164"/>
        <pc:sldMkLst>
          <pc:docMk/>
          <pc:sldMk cId="0" sldId="257"/>
        </pc:sldMkLst>
        <pc:spChg chg="mod">
          <ac:chgData name="ashi aida" userId="b99504e7675a6229" providerId="LiveId" clId="{73F97104-D300-49BD-835F-3C2D9C3B04A9}" dt="2026-03-11T17:30:30.191" v="9062" actId="164"/>
          <ac:spMkLst>
            <pc:docMk/>
            <pc:sldMk cId="0" sldId="257"/>
            <ac:spMk id="8" creationId="{00000000-0000-0000-0000-000000000000}"/>
          </ac:spMkLst>
        </pc:spChg>
        <pc:spChg chg="mod">
          <ac:chgData name="ashi aida" userId="b99504e7675a6229" providerId="LiveId" clId="{73F97104-D300-49BD-835F-3C2D9C3B04A9}" dt="2026-03-11T17:30:30.191" v="9062" actId="164"/>
          <ac:spMkLst>
            <pc:docMk/>
            <pc:sldMk cId="0" sldId="257"/>
            <ac:spMk id="9" creationId="{00000000-0000-0000-0000-000000000000}"/>
          </ac:spMkLst>
        </pc:spChg>
        <pc:spChg chg="add mod">
          <ac:chgData name="ashi aida" userId="b99504e7675a6229" providerId="LiveId" clId="{73F97104-D300-49BD-835F-3C2D9C3B04A9}" dt="2026-03-10T07:52:10.157" v="4536" actId="207"/>
          <ac:spMkLst>
            <pc:docMk/>
            <pc:sldMk cId="0" sldId="257"/>
            <ac:spMk id="12" creationId="{612F0D26-F915-60DA-BF46-B4A1C8D1BB3E}"/>
          </ac:spMkLst>
        </pc:spChg>
        <pc:grpChg chg="add mod">
          <ac:chgData name="ashi aida" userId="b99504e7675a6229" providerId="LiveId" clId="{73F97104-D300-49BD-835F-3C2D9C3B04A9}" dt="2026-03-11T17:30:30.191" v="9062" actId="164"/>
          <ac:grpSpMkLst>
            <pc:docMk/>
            <pc:sldMk cId="0" sldId="257"/>
            <ac:grpSpMk id="2" creationId="{8D38F76E-BC0A-7DB8-344A-408260B9C0E8}"/>
          </ac:grpSpMkLst>
        </pc:grpChg>
      </pc:sldChg>
      <pc:sldChg chg="modSp mod ord modTransition">
        <pc:chgData name="ashi aida" userId="b99504e7675a6229" providerId="LiveId" clId="{73F97104-D300-49BD-835F-3C2D9C3B04A9}" dt="2026-03-11T14:11:20.705" v="7813"/>
        <pc:sldMkLst>
          <pc:docMk/>
          <pc:sldMk cId="0" sldId="258"/>
        </pc:sldMkLst>
        <pc:spChg chg="mod">
          <ac:chgData name="ashi aida" userId="b99504e7675a6229" providerId="LiveId" clId="{73F97104-D300-49BD-835F-3C2D9C3B04A9}" dt="2026-03-04T15:03:29.188" v="171" actId="207"/>
          <ac:spMkLst>
            <pc:docMk/>
            <pc:sldMk cId="0" sldId="258"/>
            <ac:spMk id="3" creationId="{00000000-0000-0000-0000-000000000000}"/>
          </ac:spMkLst>
        </pc:spChg>
        <pc:spChg chg="mod">
          <ac:chgData name="ashi aida" userId="b99504e7675a6229" providerId="LiveId" clId="{73F97104-D300-49BD-835F-3C2D9C3B04A9}" dt="2026-03-04T15:08:34.202" v="209" actId="20577"/>
          <ac:spMkLst>
            <pc:docMk/>
            <pc:sldMk cId="0" sldId="258"/>
            <ac:spMk id="4" creationId="{00000000-0000-0000-0000-000000000000}"/>
          </ac:spMkLst>
        </pc:spChg>
        <pc:spChg chg="mod">
          <ac:chgData name="ashi aida" userId="b99504e7675a6229" providerId="LiveId" clId="{73F97104-D300-49BD-835F-3C2D9C3B04A9}" dt="2026-03-04T15:09:48.470" v="238" actId="255"/>
          <ac:spMkLst>
            <pc:docMk/>
            <pc:sldMk cId="0" sldId="258"/>
            <ac:spMk id="5" creationId="{00000000-0000-0000-0000-000000000000}"/>
          </ac:spMkLst>
        </pc:spChg>
        <pc:spChg chg="mod">
          <ac:chgData name="ashi aida" userId="b99504e7675a6229" providerId="LiveId" clId="{73F97104-D300-49BD-835F-3C2D9C3B04A9}" dt="2026-03-04T15:07:39.690" v="202" actId="207"/>
          <ac:spMkLst>
            <pc:docMk/>
            <pc:sldMk cId="0" sldId="258"/>
            <ac:spMk id="6" creationId="{00000000-0000-0000-0000-000000000000}"/>
          </ac:spMkLst>
        </pc:spChg>
        <pc:spChg chg="mod">
          <ac:chgData name="ashi aida" userId="b99504e7675a6229" providerId="LiveId" clId="{73F97104-D300-49BD-835F-3C2D9C3B04A9}" dt="2026-03-04T15:09:14.269" v="236" actId="2711"/>
          <ac:spMkLst>
            <pc:docMk/>
            <pc:sldMk cId="0" sldId="258"/>
            <ac:spMk id="7" creationId="{00000000-0000-0000-0000-000000000000}"/>
          </ac:spMkLst>
        </pc:spChg>
        <pc:spChg chg="mod">
          <ac:chgData name="ashi aida" userId="b99504e7675a6229" providerId="LiveId" clId="{73F97104-D300-49BD-835F-3C2D9C3B04A9}" dt="2026-03-04T15:09:25.961" v="237" actId="2711"/>
          <ac:spMkLst>
            <pc:docMk/>
            <pc:sldMk cId="0" sldId="258"/>
            <ac:spMk id="8" creationId="{00000000-0000-0000-0000-000000000000}"/>
          </ac:spMkLst>
        </pc:spChg>
      </pc:sldChg>
      <pc:sldChg chg="addSp delSp modSp mod modTransition">
        <pc:chgData name="ashi aida" userId="b99504e7675a6229" providerId="LiveId" clId="{73F97104-D300-49BD-835F-3C2D9C3B04A9}" dt="2026-03-11T17:30:29.254" v="9060" actId="164"/>
        <pc:sldMkLst>
          <pc:docMk/>
          <pc:sldMk cId="0" sldId="259"/>
        </pc:sldMkLst>
        <pc:spChg chg="add mod ord">
          <ac:chgData name="ashi aida" userId="b99504e7675a6229" providerId="LiveId" clId="{73F97104-D300-49BD-835F-3C2D9C3B04A9}" dt="2026-03-11T17:30:29.254" v="9060" actId="164"/>
          <ac:spMkLst>
            <pc:docMk/>
            <pc:sldMk cId="0" sldId="259"/>
            <ac:spMk id="2" creationId="{D53B0C8E-16F5-1F92-FFE1-46644B19825B}"/>
          </ac:spMkLst>
        </pc:spChg>
        <pc:spChg chg="mod">
          <ac:chgData name="ashi aida" userId="b99504e7675a6229" providerId="LiveId" clId="{73F97104-D300-49BD-835F-3C2D9C3B04A9}" dt="2026-03-04T15:49:28.934" v="501" actId="1037"/>
          <ac:spMkLst>
            <pc:docMk/>
            <pc:sldMk cId="0" sldId="259"/>
            <ac:spMk id="3" creationId="{00000000-0000-0000-0000-000000000000}"/>
          </ac:spMkLst>
        </pc:spChg>
        <pc:spChg chg="del mod">
          <ac:chgData name="ashi aida" userId="b99504e7675a6229" providerId="LiveId" clId="{73F97104-D300-49BD-835F-3C2D9C3B04A9}" dt="2026-03-11T14:11:55.920" v="7814" actId="478"/>
          <ac:spMkLst>
            <pc:docMk/>
            <pc:sldMk cId="0" sldId="259"/>
            <ac:spMk id="4" creationId="{00000000-0000-0000-0000-000000000000}"/>
          </ac:spMkLst>
        </pc:spChg>
        <pc:spChg chg="add mod">
          <ac:chgData name="ashi aida" userId="b99504e7675a6229" providerId="LiveId" clId="{73F97104-D300-49BD-835F-3C2D9C3B04A9}" dt="2026-03-11T17:30:29.254" v="9060" actId="164"/>
          <ac:spMkLst>
            <pc:docMk/>
            <pc:sldMk cId="0" sldId="259"/>
            <ac:spMk id="5" creationId="{9F929C2C-06E7-C0BA-ABBB-32D5A56B18A8}"/>
          </ac:spMkLst>
        </pc:spChg>
        <pc:grpChg chg="add mod">
          <ac:chgData name="ashi aida" userId="b99504e7675a6229" providerId="LiveId" clId="{73F97104-D300-49BD-835F-3C2D9C3B04A9}" dt="2026-03-11T17:30:29.254" v="9060" actId="164"/>
          <ac:grpSpMkLst>
            <pc:docMk/>
            <pc:sldMk cId="0" sldId="259"/>
            <ac:grpSpMk id="4" creationId="{FB9E746F-9502-5073-D7F3-428525612839}"/>
          </ac:grpSpMkLst>
        </pc:grpChg>
      </pc:sldChg>
      <pc:sldChg chg="addSp delSp modSp mod ord modTransition setBg">
        <pc:chgData name="ashi aida" userId="b99504e7675a6229" providerId="LiveId" clId="{73F97104-D300-49BD-835F-3C2D9C3B04A9}" dt="2026-03-11T16:23:30.933" v="8783" actId="27309"/>
        <pc:sldMkLst>
          <pc:docMk/>
          <pc:sldMk cId="0" sldId="260"/>
        </pc:sldMkLst>
        <pc:spChg chg="mod topLvl">
          <ac:chgData name="ashi aida" userId="b99504e7675a6229" providerId="LiveId" clId="{73F97104-D300-49BD-835F-3C2D9C3B04A9}" dt="2026-03-10T00:13:49.616" v="3406" actId="338"/>
          <ac:spMkLst>
            <pc:docMk/>
            <pc:sldMk cId="0" sldId="260"/>
            <ac:spMk id="7" creationId="{00000000-0000-0000-0000-000000000000}"/>
          </ac:spMkLst>
        </pc:spChg>
        <pc:spChg chg="mod topLvl">
          <ac:chgData name="ashi aida" userId="b99504e7675a6229" providerId="LiveId" clId="{73F97104-D300-49BD-835F-3C2D9C3B04A9}" dt="2026-03-10T00:22:02.792" v="4136" actId="20577"/>
          <ac:spMkLst>
            <pc:docMk/>
            <pc:sldMk cId="0" sldId="260"/>
            <ac:spMk id="8" creationId="{00000000-0000-0000-0000-000000000000}"/>
          </ac:spMkLst>
        </pc:spChg>
        <pc:spChg chg="mod topLvl">
          <ac:chgData name="ashi aida" userId="b99504e7675a6229" providerId="LiveId" clId="{73F97104-D300-49BD-835F-3C2D9C3B04A9}" dt="2026-03-10T00:15:10.076" v="3465" actId="1076"/>
          <ac:spMkLst>
            <pc:docMk/>
            <pc:sldMk cId="0" sldId="260"/>
            <ac:spMk id="13" creationId="{00000000-0000-0000-0000-000000000000}"/>
          </ac:spMkLst>
        </pc:spChg>
        <pc:spChg chg="mod topLvl">
          <ac:chgData name="ashi aida" userId="b99504e7675a6229" providerId="LiveId" clId="{73F97104-D300-49BD-835F-3C2D9C3B04A9}" dt="2026-03-10T00:22:10.659" v="4144" actId="20577"/>
          <ac:spMkLst>
            <pc:docMk/>
            <pc:sldMk cId="0" sldId="260"/>
            <ac:spMk id="14" creationId="{00000000-0000-0000-0000-000000000000}"/>
          </ac:spMkLst>
        </pc:spChg>
        <pc:spChg chg="mod topLvl">
          <ac:chgData name="ashi aida" userId="b99504e7675a6229" providerId="LiveId" clId="{73F97104-D300-49BD-835F-3C2D9C3B04A9}" dt="2026-03-10T00:17:23.156" v="3620" actId="164"/>
          <ac:spMkLst>
            <pc:docMk/>
            <pc:sldMk cId="0" sldId="260"/>
            <ac:spMk id="19" creationId="{00000000-0000-0000-0000-000000000000}"/>
          </ac:spMkLst>
        </pc:spChg>
        <pc:spChg chg="mod topLvl">
          <ac:chgData name="ashi aida" userId="b99504e7675a6229" providerId="LiveId" clId="{73F97104-D300-49BD-835F-3C2D9C3B04A9}" dt="2026-03-10T00:22:17.094" v="4152" actId="20577"/>
          <ac:spMkLst>
            <pc:docMk/>
            <pc:sldMk cId="0" sldId="260"/>
            <ac:spMk id="20" creationId="{00000000-0000-0000-0000-000000000000}"/>
          </ac:spMkLst>
        </pc:spChg>
        <pc:spChg chg="mod topLvl">
          <ac:chgData name="ashi aida" userId="b99504e7675a6229" providerId="LiveId" clId="{73F97104-D300-49BD-835F-3C2D9C3B04A9}" dt="2026-03-10T00:18:36.198" v="3637" actId="164"/>
          <ac:spMkLst>
            <pc:docMk/>
            <pc:sldMk cId="0" sldId="260"/>
            <ac:spMk id="25" creationId="{00000000-0000-0000-0000-000000000000}"/>
          </ac:spMkLst>
        </pc:spChg>
        <pc:spChg chg="mod topLvl">
          <ac:chgData name="ashi aida" userId="b99504e7675a6229" providerId="LiveId" clId="{73F97104-D300-49BD-835F-3C2D9C3B04A9}" dt="2026-03-10T00:22:27.036" v="4164" actId="20577"/>
          <ac:spMkLst>
            <pc:docMk/>
            <pc:sldMk cId="0" sldId="260"/>
            <ac:spMk id="26" creationId="{00000000-0000-0000-0000-000000000000}"/>
          </ac:spMkLst>
        </pc:spChg>
        <pc:spChg chg="mod">
          <ac:chgData name="ashi aida" userId="b99504e7675a6229" providerId="LiveId" clId="{73F97104-D300-49BD-835F-3C2D9C3B04A9}" dt="2026-03-10T00:26:47.652" v="4252" actId="255"/>
          <ac:spMkLst>
            <pc:docMk/>
            <pc:sldMk cId="0" sldId="260"/>
            <ac:spMk id="27" creationId="{00000000-0000-0000-0000-000000000000}"/>
          </ac:spMkLst>
        </pc:spChg>
        <pc:spChg chg="mod">
          <ac:chgData name="ashi aida" userId="b99504e7675a6229" providerId="LiveId" clId="{73F97104-D300-49BD-835F-3C2D9C3B04A9}" dt="2026-03-10T00:38:22.308" v="4475" actId="20577"/>
          <ac:spMkLst>
            <pc:docMk/>
            <pc:sldMk cId="0" sldId="260"/>
            <ac:spMk id="28" creationId="{00000000-0000-0000-0000-000000000000}"/>
          </ac:spMkLst>
        </pc:spChg>
        <pc:spChg chg="mod">
          <ac:chgData name="ashi aida" userId="b99504e7675a6229" providerId="LiveId" clId="{73F97104-D300-49BD-835F-3C2D9C3B04A9}" dt="2026-03-10T00:28:09.155" v="4260" actId="1076"/>
          <ac:spMkLst>
            <pc:docMk/>
            <pc:sldMk cId="0" sldId="260"/>
            <ac:spMk id="29" creationId="{00000000-0000-0000-0000-000000000000}"/>
          </ac:spMkLst>
        </pc:spChg>
        <pc:spChg chg="mod">
          <ac:chgData name="ashi aida" userId="b99504e7675a6229" providerId="LiveId" clId="{73F97104-D300-49BD-835F-3C2D9C3B04A9}" dt="2026-03-10T00:38:29.355" v="4476" actId="20577"/>
          <ac:spMkLst>
            <pc:docMk/>
            <pc:sldMk cId="0" sldId="260"/>
            <ac:spMk id="30" creationId="{00000000-0000-0000-0000-000000000000}"/>
          </ac:spMkLst>
        </pc:spChg>
        <pc:spChg chg="mod">
          <ac:chgData name="ashi aida" userId="b99504e7675a6229" providerId="LiveId" clId="{73F97104-D300-49BD-835F-3C2D9C3B04A9}" dt="2026-03-10T00:29:10.901" v="4296" actId="1036"/>
          <ac:spMkLst>
            <pc:docMk/>
            <pc:sldMk cId="0" sldId="260"/>
            <ac:spMk id="31" creationId="{00000000-0000-0000-0000-000000000000}"/>
          </ac:spMkLst>
        </pc:spChg>
        <pc:spChg chg="mod">
          <ac:chgData name="ashi aida" userId="b99504e7675a6229" providerId="LiveId" clId="{73F97104-D300-49BD-835F-3C2D9C3B04A9}" dt="2026-03-10T00:38:33.125" v="4477" actId="20577"/>
          <ac:spMkLst>
            <pc:docMk/>
            <pc:sldMk cId="0" sldId="260"/>
            <ac:spMk id="32" creationId="{00000000-0000-0000-0000-000000000000}"/>
          </ac:spMkLst>
        </pc:spChg>
        <pc:spChg chg="mod">
          <ac:chgData name="ashi aida" userId="b99504e7675a6229" providerId="LiveId" clId="{73F97104-D300-49BD-835F-3C2D9C3B04A9}" dt="2026-03-10T00:30:04.029" v="4344" actId="1037"/>
          <ac:spMkLst>
            <pc:docMk/>
            <pc:sldMk cId="0" sldId="260"/>
            <ac:spMk id="33" creationId="{00000000-0000-0000-0000-000000000000}"/>
          </ac:spMkLst>
        </pc:spChg>
        <pc:spChg chg="mod">
          <ac:chgData name="ashi aida" userId="b99504e7675a6229" providerId="LiveId" clId="{73F97104-D300-49BD-835F-3C2D9C3B04A9}" dt="2026-03-10T00:38:36.414" v="4478" actId="20577"/>
          <ac:spMkLst>
            <pc:docMk/>
            <pc:sldMk cId="0" sldId="260"/>
            <ac:spMk id="34" creationId="{00000000-0000-0000-0000-000000000000}"/>
          </ac:spMkLst>
        </pc:spChg>
        <pc:spChg chg="add mod">
          <ac:chgData name="ashi aida" userId="b99504e7675a6229" providerId="LiveId" clId="{73F97104-D300-49BD-835F-3C2D9C3B04A9}" dt="2026-03-10T00:30:29.124" v="4351" actId="1036"/>
          <ac:spMkLst>
            <pc:docMk/>
            <pc:sldMk cId="0" sldId="260"/>
            <ac:spMk id="35" creationId="{79497C98-640D-1882-5A7B-E01DC089E5F1}"/>
          </ac:spMkLst>
        </pc:spChg>
        <pc:spChg chg="mod">
          <ac:chgData name="ashi aida" userId="b99504e7675a6229" providerId="LiveId" clId="{73F97104-D300-49BD-835F-3C2D9C3B04A9}" dt="2026-03-10T00:48:06.829" v="4527" actId="1076"/>
          <ac:spMkLst>
            <pc:docMk/>
            <pc:sldMk cId="0" sldId="260"/>
            <ac:spMk id="36" creationId="{00000000-0000-0000-0000-000000000000}"/>
          </ac:spMkLst>
        </pc:spChg>
        <pc:spChg chg="add mod">
          <ac:chgData name="ashi aida" userId="b99504e7675a6229" providerId="LiveId" clId="{73F97104-D300-49BD-835F-3C2D9C3B04A9}" dt="2026-03-10T00:30:37.336" v="4355" actId="1036"/>
          <ac:spMkLst>
            <pc:docMk/>
            <pc:sldMk cId="0" sldId="260"/>
            <ac:spMk id="37" creationId="{82DCC726-C4D3-B1B4-E5F3-0BE626C69C26}"/>
          </ac:spMkLst>
        </pc:spChg>
        <pc:spChg chg="add mod">
          <ac:chgData name="ashi aida" userId="b99504e7675a6229" providerId="LiveId" clId="{73F97104-D300-49BD-835F-3C2D9C3B04A9}" dt="2026-03-10T00:31:02.236" v="4367" actId="1036"/>
          <ac:spMkLst>
            <pc:docMk/>
            <pc:sldMk cId="0" sldId="260"/>
            <ac:spMk id="38" creationId="{6BCBA792-1517-439F-9583-7D4ACB9799AB}"/>
          </ac:spMkLst>
        </pc:spChg>
        <pc:spChg chg="add mod">
          <ac:chgData name="ashi aida" userId="b99504e7675a6229" providerId="LiveId" clId="{73F97104-D300-49BD-835F-3C2D9C3B04A9}" dt="2026-03-10T00:30:47.959" v="4357" actId="1036"/>
          <ac:spMkLst>
            <pc:docMk/>
            <pc:sldMk cId="0" sldId="260"/>
            <ac:spMk id="39" creationId="{41AA3929-0505-2581-7282-748A99EA0A37}"/>
          </ac:spMkLst>
        </pc:spChg>
        <pc:spChg chg="mod">
          <ac:chgData name="ashi aida" userId="b99504e7675a6229" providerId="LiveId" clId="{73F97104-D300-49BD-835F-3C2D9C3B04A9}" dt="2026-03-10T00:21:27.699" v="4064"/>
          <ac:spMkLst>
            <pc:docMk/>
            <pc:sldMk cId="0" sldId="260"/>
            <ac:spMk id="44" creationId="{5044258E-66E2-46B1-6DA8-2F3073A390BB}"/>
          </ac:spMkLst>
        </pc:spChg>
        <pc:spChg chg="mod">
          <ac:chgData name="ashi aida" userId="b99504e7675a6229" providerId="LiveId" clId="{73F97104-D300-49BD-835F-3C2D9C3B04A9}" dt="2026-03-10T00:22:38.730" v="4174" actId="20577"/>
          <ac:spMkLst>
            <pc:docMk/>
            <pc:sldMk cId="0" sldId="260"/>
            <ac:spMk id="45" creationId="{34BDEEF1-C9B5-174E-7227-9EDE4ED8856A}"/>
          </ac:spMkLst>
        </pc:spChg>
        <pc:spChg chg="add mod">
          <ac:chgData name="ashi aida" userId="b99504e7675a6229" providerId="LiveId" clId="{73F97104-D300-49BD-835F-3C2D9C3B04A9}" dt="2026-03-10T00:39:03.986" v="4493" actId="1038"/>
          <ac:spMkLst>
            <pc:docMk/>
            <pc:sldMk cId="0" sldId="260"/>
            <ac:spMk id="46" creationId="{7D00D118-F796-56B1-99B1-69937E6CCBB4}"/>
          </ac:spMkLst>
        </pc:spChg>
        <pc:spChg chg="add mod">
          <ac:chgData name="ashi aida" userId="b99504e7675a6229" providerId="LiveId" clId="{73F97104-D300-49BD-835F-3C2D9C3B04A9}" dt="2026-03-10T00:38:15.394" v="4474" actId="207"/>
          <ac:spMkLst>
            <pc:docMk/>
            <pc:sldMk cId="0" sldId="260"/>
            <ac:spMk id="47" creationId="{772A7EB9-E213-8330-D601-F3BB6555E33D}"/>
          </ac:spMkLst>
        </pc:spChg>
        <pc:spChg chg="add mod">
          <ac:chgData name="ashi aida" userId="b99504e7675a6229" providerId="LiveId" clId="{73F97104-D300-49BD-835F-3C2D9C3B04A9}" dt="2026-03-10T00:30:55.702" v="4365" actId="1036"/>
          <ac:spMkLst>
            <pc:docMk/>
            <pc:sldMk cId="0" sldId="260"/>
            <ac:spMk id="48" creationId="{6D58C090-992C-7138-15B8-D0548517A380}"/>
          </ac:spMkLst>
        </pc:spChg>
        <pc:spChg chg="add mod">
          <ac:chgData name="ashi aida" userId="b99504e7675a6229" providerId="LiveId" clId="{73F97104-D300-49BD-835F-3C2D9C3B04A9}" dt="2026-03-10T00:46:47.128" v="4519" actId="1076"/>
          <ac:spMkLst>
            <pc:docMk/>
            <pc:sldMk cId="0" sldId="260"/>
            <ac:spMk id="49" creationId="{65C5FCDE-61DC-9941-1969-6ED9525E680F}"/>
          </ac:spMkLst>
        </pc:spChg>
        <pc:spChg chg="add mod">
          <ac:chgData name="ashi aida" userId="b99504e7675a6229" providerId="LiveId" clId="{73F97104-D300-49BD-835F-3C2D9C3B04A9}" dt="2026-03-10T00:49:20.389" v="4535" actId="14861"/>
          <ac:spMkLst>
            <pc:docMk/>
            <pc:sldMk cId="0" sldId="260"/>
            <ac:spMk id="50" creationId="{7A47F184-4162-74C1-46B5-16226F2C3D12}"/>
          </ac:spMkLst>
        </pc:spChg>
        <pc:grpChg chg="del">
          <ac:chgData name="ashi aida" userId="b99504e7675a6229" providerId="LiveId" clId="{73F97104-D300-49BD-835F-3C2D9C3B04A9}" dt="2026-03-10T00:08:45.361" v="3137" actId="478"/>
          <ac:grpSpMkLst>
            <pc:docMk/>
            <pc:sldMk cId="0" sldId="260"/>
            <ac:grpSpMk id="3" creationId="{00000000-0000-0000-0000-000000000000}"/>
          </ac:grpSpMkLst>
        </pc:grpChg>
        <pc:grpChg chg="del mod">
          <ac:chgData name="ashi aida" userId="b99504e7675a6229" providerId="LiveId" clId="{73F97104-D300-49BD-835F-3C2D9C3B04A9}" dt="2026-03-10T00:13:18.173" v="3355" actId="165"/>
          <ac:grpSpMkLst>
            <pc:docMk/>
            <pc:sldMk cId="0" sldId="260"/>
            <ac:grpSpMk id="6" creationId="{00000000-0000-0000-0000-000000000000}"/>
          </ac:grpSpMkLst>
        </pc:grpChg>
        <pc:grpChg chg="del">
          <ac:chgData name="ashi aida" userId="b99504e7675a6229" providerId="LiveId" clId="{73F97104-D300-49BD-835F-3C2D9C3B04A9}" dt="2026-03-10T00:09:30.035" v="3186" actId="478"/>
          <ac:grpSpMkLst>
            <pc:docMk/>
            <pc:sldMk cId="0" sldId="260"/>
            <ac:grpSpMk id="9" creationId="{00000000-0000-0000-0000-000000000000}"/>
          </ac:grpSpMkLst>
        </pc:grpChg>
        <pc:grpChg chg="del mod">
          <ac:chgData name="ashi aida" userId="b99504e7675a6229" providerId="LiveId" clId="{73F97104-D300-49BD-835F-3C2D9C3B04A9}" dt="2026-03-10T00:14:31.213" v="3451" actId="165"/>
          <ac:grpSpMkLst>
            <pc:docMk/>
            <pc:sldMk cId="0" sldId="260"/>
            <ac:grpSpMk id="12" creationId="{00000000-0000-0000-0000-000000000000}"/>
          </ac:grpSpMkLst>
        </pc:grpChg>
        <pc:grpChg chg="del">
          <ac:chgData name="ashi aida" userId="b99504e7675a6229" providerId="LiveId" clId="{73F97104-D300-49BD-835F-3C2D9C3B04A9}" dt="2026-03-10T00:09:30.035" v="3186" actId="478"/>
          <ac:grpSpMkLst>
            <pc:docMk/>
            <pc:sldMk cId="0" sldId="260"/>
            <ac:grpSpMk id="15" creationId="{00000000-0000-0000-0000-000000000000}"/>
          </ac:grpSpMkLst>
        </pc:grpChg>
        <pc:grpChg chg="del mod">
          <ac:chgData name="ashi aida" userId="b99504e7675a6229" providerId="LiveId" clId="{73F97104-D300-49BD-835F-3C2D9C3B04A9}" dt="2026-03-10T00:16:21.250" v="3584" actId="165"/>
          <ac:grpSpMkLst>
            <pc:docMk/>
            <pc:sldMk cId="0" sldId="260"/>
            <ac:grpSpMk id="18" creationId="{00000000-0000-0000-0000-000000000000}"/>
          </ac:grpSpMkLst>
        </pc:grpChg>
        <pc:grpChg chg="del">
          <ac:chgData name="ashi aida" userId="b99504e7675a6229" providerId="LiveId" clId="{73F97104-D300-49BD-835F-3C2D9C3B04A9}" dt="2026-03-10T00:09:30.035" v="3186" actId="478"/>
          <ac:grpSpMkLst>
            <pc:docMk/>
            <pc:sldMk cId="0" sldId="260"/>
            <ac:grpSpMk id="21" creationId="{00000000-0000-0000-0000-000000000000}"/>
          </ac:grpSpMkLst>
        </pc:grpChg>
        <pc:grpChg chg="del mod">
          <ac:chgData name="ashi aida" userId="b99504e7675a6229" providerId="LiveId" clId="{73F97104-D300-49BD-835F-3C2D9C3B04A9}" dt="2026-03-10T00:17:59.082" v="3629" actId="165"/>
          <ac:grpSpMkLst>
            <pc:docMk/>
            <pc:sldMk cId="0" sldId="260"/>
            <ac:grpSpMk id="24" creationId="{00000000-0000-0000-0000-000000000000}"/>
          </ac:grpSpMkLst>
        </pc:grpChg>
        <pc:grpChg chg="add mod">
          <ac:chgData name="ashi aida" userId="b99504e7675a6229" providerId="LiveId" clId="{73F97104-D300-49BD-835F-3C2D9C3B04A9}" dt="2026-03-10T00:13:49.616" v="3406" actId="338"/>
          <ac:grpSpMkLst>
            <pc:docMk/>
            <pc:sldMk cId="0" sldId="260"/>
            <ac:grpSpMk id="40" creationId="{C523BC39-01D2-FF48-9ACE-AE3CF70E40EF}"/>
          </ac:grpSpMkLst>
        </pc:grpChg>
        <pc:grpChg chg="add mod">
          <ac:chgData name="ashi aida" userId="b99504e7675a6229" providerId="LiveId" clId="{73F97104-D300-49BD-835F-3C2D9C3B04A9}" dt="2026-03-10T00:21:09.253" v="4054" actId="1037"/>
          <ac:grpSpMkLst>
            <pc:docMk/>
            <pc:sldMk cId="0" sldId="260"/>
            <ac:grpSpMk id="41" creationId="{ECB48568-4114-14CD-F288-E5DF5351E897}"/>
          </ac:grpSpMkLst>
        </pc:grpChg>
        <pc:grpChg chg="add mod">
          <ac:chgData name="ashi aida" userId="b99504e7675a6229" providerId="LiveId" clId="{73F97104-D300-49BD-835F-3C2D9C3B04A9}" dt="2026-03-10T00:21:16.517" v="4063" actId="1037"/>
          <ac:grpSpMkLst>
            <pc:docMk/>
            <pc:sldMk cId="0" sldId="260"/>
            <ac:grpSpMk id="42" creationId="{761C6C0D-3712-8F0B-15CD-014A65389FF5}"/>
          </ac:grpSpMkLst>
        </pc:grpChg>
        <pc:grpChg chg="add mod">
          <ac:chgData name="ashi aida" userId="b99504e7675a6229" providerId="LiveId" clId="{73F97104-D300-49BD-835F-3C2D9C3B04A9}" dt="2026-03-10T00:21:38.843" v="4126" actId="1036"/>
          <ac:grpSpMkLst>
            <pc:docMk/>
            <pc:sldMk cId="0" sldId="260"/>
            <ac:grpSpMk id="43" creationId="{F671E81B-A73C-E9EF-5B5C-CB06B959B1C0}"/>
          </ac:grpSpMkLst>
        </pc:grpChg>
        <pc:graphicFrameChg chg="add del modGraphic">
          <ac:chgData name="ashi aida" userId="b99504e7675a6229" providerId="LiveId" clId="{73F97104-D300-49BD-835F-3C2D9C3B04A9}" dt="2026-03-11T16:23:30.933" v="8783" actId="27309"/>
          <ac:graphicFrameMkLst>
            <pc:docMk/>
            <pc:sldMk cId="0" sldId="260"/>
            <ac:graphicFrameMk id="4" creationId="{46D01FE0-883C-96AC-F441-7D9514B6A32C}"/>
          </ac:graphicFrameMkLst>
        </pc:graphicFrameChg>
      </pc:sldChg>
      <pc:sldChg chg="addSp delSp modSp mod ord modTransition">
        <pc:chgData name="ashi aida" userId="b99504e7675a6229" providerId="LiveId" clId="{73F97104-D300-49BD-835F-3C2D9C3B04A9}" dt="2026-03-11T17:30:37.237" v="9068" actId="20577"/>
        <pc:sldMkLst>
          <pc:docMk/>
          <pc:sldMk cId="0" sldId="261"/>
        </pc:sldMkLst>
        <pc:spChg chg="del mod">
          <ac:chgData name="ashi aida" userId="b99504e7675a6229" providerId="LiveId" clId="{73F97104-D300-49BD-835F-3C2D9C3B04A9}" dt="2026-03-11T16:46:03.424" v="8874" actId="478"/>
          <ac:spMkLst>
            <pc:docMk/>
            <pc:sldMk cId="0" sldId="261"/>
            <ac:spMk id="2" creationId="{00000000-0000-0000-0000-000000000000}"/>
          </ac:spMkLst>
        </pc:spChg>
        <pc:spChg chg="mod">
          <ac:chgData name="ashi aida" userId="b99504e7675a6229" providerId="LiveId" clId="{73F97104-D300-49BD-835F-3C2D9C3B04A9}" dt="2026-03-11T15:31:54.631" v="8433" actId="164"/>
          <ac:spMkLst>
            <pc:docMk/>
            <pc:sldMk cId="0" sldId="261"/>
            <ac:spMk id="4" creationId="{00000000-0000-0000-0000-000000000000}"/>
          </ac:spMkLst>
        </pc:spChg>
        <pc:spChg chg="mod">
          <ac:chgData name="ashi aida" userId="b99504e7675a6229" providerId="LiveId" clId="{73F97104-D300-49BD-835F-3C2D9C3B04A9}" dt="2026-03-11T17:25:51.179" v="9046" actId="207"/>
          <ac:spMkLst>
            <pc:docMk/>
            <pc:sldMk cId="0" sldId="261"/>
            <ac:spMk id="5" creationId="{00000000-0000-0000-0000-000000000000}"/>
          </ac:spMkLst>
        </pc:spChg>
        <pc:spChg chg="mod">
          <ac:chgData name="ashi aida" userId="b99504e7675a6229" providerId="LiveId" clId="{73F97104-D300-49BD-835F-3C2D9C3B04A9}" dt="2026-03-11T15:32:16.363" v="8436" actId="164"/>
          <ac:spMkLst>
            <pc:docMk/>
            <pc:sldMk cId="0" sldId="261"/>
            <ac:spMk id="6" creationId="{00000000-0000-0000-0000-000000000000}"/>
          </ac:spMkLst>
        </pc:spChg>
        <pc:spChg chg="mod">
          <ac:chgData name="ashi aida" userId="b99504e7675a6229" providerId="LiveId" clId="{73F97104-D300-49BD-835F-3C2D9C3B04A9}" dt="2026-03-11T15:32:16.363" v="8436" actId="164"/>
          <ac:spMkLst>
            <pc:docMk/>
            <pc:sldMk cId="0" sldId="261"/>
            <ac:spMk id="7" creationId="{00000000-0000-0000-0000-000000000000}"/>
          </ac:spMkLst>
        </pc:spChg>
        <pc:spChg chg="mod">
          <ac:chgData name="ashi aida" userId="b99504e7675a6229" providerId="LiveId" clId="{73F97104-D300-49BD-835F-3C2D9C3B04A9}" dt="2026-03-11T15:32:16.363" v="8436" actId="164"/>
          <ac:spMkLst>
            <pc:docMk/>
            <pc:sldMk cId="0" sldId="261"/>
            <ac:spMk id="8" creationId="{00000000-0000-0000-0000-000000000000}"/>
          </ac:spMkLst>
        </pc:spChg>
        <pc:spChg chg="mod">
          <ac:chgData name="ashi aida" userId="b99504e7675a6229" providerId="LiveId" clId="{73F97104-D300-49BD-835F-3C2D9C3B04A9}" dt="2026-03-11T15:32:16.363" v="8436" actId="164"/>
          <ac:spMkLst>
            <pc:docMk/>
            <pc:sldMk cId="0" sldId="261"/>
            <ac:spMk id="9" creationId="{00000000-0000-0000-0000-000000000000}"/>
          </ac:spMkLst>
        </pc:spChg>
        <pc:spChg chg="mod">
          <ac:chgData name="ashi aida" userId="b99504e7675a6229" providerId="LiveId" clId="{73F97104-D300-49BD-835F-3C2D9C3B04A9}" dt="2026-03-11T17:21:42.264" v="8992" actId="14100"/>
          <ac:spMkLst>
            <pc:docMk/>
            <pc:sldMk cId="0" sldId="261"/>
            <ac:spMk id="10" creationId="{00000000-0000-0000-0000-000000000000}"/>
          </ac:spMkLst>
        </pc:spChg>
        <pc:spChg chg="add mod">
          <ac:chgData name="ashi aida" userId="b99504e7675a6229" providerId="LiveId" clId="{73F97104-D300-49BD-835F-3C2D9C3B04A9}" dt="2026-03-11T16:46:12.010" v="8877" actId="1076"/>
          <ac:spMkLst>
            <pc:docMk/>
            <pc:sldMk cId="0" sldId="261"/>
            <ac:spMk id="13" creationId="{2C172522-C76C-8BC2-CB7A-2E38E6A08EA2}"/>
          </ac:spMkLst>
        </pc:spChg>
        <pc:spChg chg="add del mod ord">
          <ac:chgData name="ashi aida" userId="b99504e7675a6229" providerId="LiveId" clId="{73F97104-D300-49BD-835F-3C2D9C3B04A9}" dt="2026-03-11T17:26:00.877" v="9047" actId="478"/>
          <ac:spMkLst>
            <pc:docMk/>
            <pc:sldMk cId="0" sldId="261"/>
            <ac:spMk id="14" creationId="{44263AC9-2764-7586-11E9-7F448438ACAB}"/>
          </ac:spMkLst>
        </pc:spChg>
        <pc:spChg chg="add mod ord">
          <ac:chgData name="ashi aida" userId="b99504e7675a6229" providerId="LiveId" clId="{73F97104-D300-49BD-835F-3C2D9C3B04A9}" dt="2026-03-11T17:30:37.237" v="9068" actId="20577"/>
          <ac:spMkLst>
            <pc:docMk/>
            <pc:sldMk cId="0" sldId="261"/>
            <ac:spMk id="15" creationId="{2A8F1E20-A40A-36EE-6307-7841B435A38A}"/>
          </ac:spMkLst>
        </pc:spChg>
        <pc:grpChg chg="add mod">
          <ac:chgData name="ashi aida" userId="b99504e7675a6229" providerId="LiveId" clId="{73F97104-D300-49BD-835F-3C2D9C3B04A9}" dt="2026-03-11T15:32:00.440" v="8434" actId="1076"/>
          <ac:grpSpMkLst>
            <pc:docMk/>
            <pc:sldMk cId="0" sldId="261"/>
            <ac:grpSpMk id="11" creationId="{885C5F64-F0E1-B140-A885-571D091F3C92}"/>
          </ac:grpSpMkLst>
        </pc:grpChg>
        <pc:grpChg chg="add mod">
          <ac:chgData name="ashi aida" userId="b99504e7675a6229" providerId="LiveId" clId="{73F97104-D300-49BD-835F-3C2D9C3B04A9}" dt="2026-03-11T15:32:41.290" v="8440" actId="1076"/>
          <ac:grpSpMkLst>
            <pc:docMk/>
            <pc:sldMk cId="0" sldId="261"/>
            <ac:grpSpMk id="12" creationId="{66B413BF-8AAA-76CD-0EF4-79EF43EC80D5}"/>
          </ac:grpSpMkLst>
        </pc:grpChg>
      </pc:sldChg>
      <pc:sldChg chg="addSp delSp modSp mod ord modTransition">
        <pc:chgData name="ashi aida" userId="b99504e7675a6229" providerId="LiveId" clId="{73F97104-D300-49BD-835F-3C2D9C3B04A9}" dt="2026-03-11T16:22:39.886" v="8781" actId="167"/>
        <pc:sldMkLst>
          <pc:docMk/>
          <pc:sldMk cId="0" sldId="262"/>
        </pc:sldMkLst>
        <pc:spChg chg="mod">
          <ac:chgData name="ashi aida" userId="b99504e7675a6229" providerId="LiveId" clId="{73F97104-D300-49BD-835F-3C2D9C3B04A9}" dt="2026-03-09T17:04:24.141" v="2428" actId="207"/>
          <ac:spMkLst>
            <pc:docMk/>
            <pc:sldMk cId="0" sldId="262"/>
            <ac:spMk id="3" creationId="{00000000-0000-0000-0000-000000000000}"/>
          </ac:spMkLst>
        </pc:spChg>
        <pc:spChg chg="mod">
          <ac:chgData name="ashi aida" userId="b99504e7675a6229" providerId="LiveId" clId="{73F97104-D300-49BD-835F-3C2D9C3B04A9}" dt="2026-03-09T17:05:42.224" v="2433" actId="207"/>
          <ac:spMkLst>
            <pc:docMk/>
            <pc:sldMk cId="0" sldId="262"/>
            <ac:spMk id="5" creationId="{00000000-0000-0000-0000-000000000000}"/>
          </ac:spMkLst>
        </pc:spChg>
        <pc:spChg chg="mod">
          <ac:chgData name="ashi aida" userId="b99504e7675a6229" providerId="LiveId" clId="{73F97104-D300-49BD-835F-3C2D9C3B04A9}" dt="2026-03-09T17:05:54.311" v="2434" actId="207"/>
          <ac:spMkLst>
            <pc:docMk/>
            <pc:sldMk cId="0" sldId="262"/>
            <ac:spMk id="7" creationId="{00000000-0000-0000-0000-000000000000}"/>
          </ac:spMkLst>
        </pc:spChg>
        <pc:spChg chg="del">
          <ac:chgData name="ashi aida" userId="b99504e7675a6229" providerId="LiveId" clId="{73F97104-D300-49BD-835F-3C2D9C3B04A9}" dt="2026-03-11T13:42:13.141" v="7519" actId="478"/>
          <ac:spMkLst>
            <pc:docMk/>
            <pc:sldMk cId="0" sldId="262"/>
            <ac:spMk id="8" creationId="{00000000-0000-0000-0000-000000000000}"/>
          </ac:spMkLst>
        </pc:spChg>
        <pc:spChg chg="add mod ord">
          <ac:chgData name="ashi aida" userId="b99504e7675a6229" providerId="LiveId" clId="{73F97104-D300-49BD-835F-3C2D9C3B04A9}" dt="2026-03-11T16:22:39.886" v="8781" actId="167"/>
          <ac:spMkLst>
            <pc:docMk/>
            <pc:sldMk cId="0" sldId="262"/>
            <ac:spMk id="8" creationId="{A48D8A7F-12BD-86B9-1519-F148A6E37910}"/>
          </ac:spMkLst>
        </pc:spChg>
        <pc:spChg chg="del">
          <ac:chgData name="ashi aida" userId="b99504e7675a6229" providerId="LiveId" clId="{73F97104-D300-49BD-835F-3C2D9C3B04A9}" dt="2026-03-11T13:42:10.793" v="7518" actId="478"/>
          <ac:spMkLst>
            <pc:docMk/>
            <pc:sldMk cId="0" sldId="262"/>
            <ac:spMk id="9" creationId="{00000000-0000-0000-0000-000000000000}"/>
          </ac:spMkLst>
        </pc:spChg>
        <pc:spChg chg="mod">
          <ac:chgData name="ashi aida" userId="b99504e7675a6229" providerId="LiveId" clId="{73F97104-D300-49BD-835F-3C2D9C3B04A9}" dt="2026-03-09T17:07:56.717" v="2463" actId="1035"/>
          <ac:spMkLst>
            <pc:docMk/>
            <pc:sldMk cId="0" sldId="262"/>
            <ac:spMk id="10" creationId="{00000000-0000-0000-0000-000000000000}"/>
          </ac:spMkLst>
        </pc:spChg>
        <pc:spChg chg="mod">
          <ac:chgData name="ashi aida" userId="b99504e7675a6229" providerId="LiveId" clId="{73F97104-D300-49BD-835F-3C2D9C3B04A9}" dt="2026-03-09T17:17:50.946" v="2753" actId="164"/>
          <ac:spMkLst>
            <pc:docMk/>
            <pc:sldMk cId="0" sldId="262"/>
            <ac:spMk id="11" creationId="{00000000-0000-0000-0000-000000000000}"/>
          </ac:spMkLst>
        </pc:spChg>
        <pc:spChg chg="mod">
          <ac:chgData name="ashi aida" userId="b99504e7675a6229" providerId="LiveId" clId="{73F97104-D300-49BD-835F-3C2D9C3B04A9}" dt="2026-03-09T17:18:32.206" v="2783" actId="164"/>
          <ac:spMkLst>
            <pc:docMk/>
            <pc:sldMk cId="0" sldId="262"/>
            <ac:spMk id="12" creationId="{00000000-0000-0000-0000-000000000000}"/>
          </ac:spMkLst>
        </pc:spChg>
        <pc:spChg chg="mod">
          <ac:chgData name="ashi aida" userId="b99504e7675a6229" providerId="LiveId" clId="{73F97104-D300-49BD-835F-3C2D9C3B04A9}" dt="2026-03-09T17:19:13.976" v="2792" actId="164"/>
          <ac:spMkLst>
            <pc:docMk/>
            <pc:sldMk cId="0" sldId="262"/>
            <ac:spMk id="13" creationId="{00000000-0000-0000-0000-000000000000}"/>
          </ac:spMkLst>
        </pc:spChg>
        <pc:spChg chg="mod">
          <ac:chgData name="ashi aida" userId="b99504e7675a6229" providerId="LiveId" clId="{73F97104-D300-49BD-835F-3C2D9C3B04A9}" dt="2026-03-09T17:17:50.946" v="2753" actId="164"/>
          <ac:spMkLst>
            <pc:docMk/>
            <pc:sldMk cId="0" sldId="262"/>
            <ac:spMk id="14" creationId="{00000000-0000-0000-0000-000000000000}"/>
          </ac:spMkLst>
        </pc:spChg>
        <pc:spChg chg="mod">
          <ac:chgData name="ashi aida" userId="b99504e7675a6229" providerId="LiveId" clId="{73F97104-D300-49BD-835F-3C2D9C3B04A9}" dt="2026-03-09T17:18:32.206" v="2783" actId="164"/>
          <ac:spMkLst>
            <pc:docMk/>
            <pc:sldMk cId="0" sldId="262"/>
            <ac:spMk id="15" creationId="{00000000-0000-0000-0000-000000000000}"/>
          </ac:spMkLst>
        </pc:spChg>
        <pc:spChg chg="mod">
          <ac:chgData name="ashi aida" userId="b99504e7675a6229" providerId="LiveId" clId="{73F97104-D300-49BD-835F-3C2D9C3B04A9}" dt="2026-03-09T17:19:13.976" v="2792" actId="164"/>
          <ac:spMkLst>
            <pc:docMk/>
            <pc:sldMk cId="0" sldId="262"/>
            <ac:spMk id="16" creationId="{00000000-0000-0000-0000-000000000000}"/>
          </ac:spMkLst>
        </pc:spChg>
        <pc:grpChg chg="mod">
          <ac:chgData name="ashi aida" userId="b99504e7675a6229" providerId="LiveId" clId="{73F97104-D300-49BD-835F-3C2D9C3B04A9}" dt="2026-03-09T17:16:25.709" v="2725" actId="164"/>
          <ac:grpSpMkLst>
            <pc:docMk/>
            <pc:sldMk cId="0" sldId="262"/>
            <ac:grpSpMk id="2" creationId="{00000000-0000-0000-0000-000000000000}"/>
          </ac:grpSpMkLst>
        </pc:grpChg>
        <pc:grpChg chg="mod">
          <ac:chgData name="ashi aida" userId="b99504e7675a6229" providerId="LiveId" clId="{73F97104-D300-49BD-835F-3C2D9C3B04A9}" dt="2026-03-09T17:16:25.709" v="2725" actId="164"/>
          <ac:grpSpMkLst>
            <pc:docMk/>
            <pc:sldMk cId="0" sldId="262"/>
            <ac:grpSpMk id="4" creationId="{00000000-0000-0000-0000-000000000000}"/>
          </ac:grpSpMkLst>
        </pc:grpChg>
        <pc:grpChg chg="mod">
          <ac:chgData name="ashi aida" userId="b99504e7675a6229" providerId="LiveId" clId="{73F97104-D300-49BD-835F-3C2D9C3B04A9}" dt="2026-03-09T17:16:25.709" v="2725" actId="164"/>
          <ac:grpSpMkLst>
            <pc:docMk/>
            <pc:sldMk cId="0" sldId="262"/>
            <ac:grpSpMk id="6" creationId="{00000000-0000-0000-0000-000000000000}"/>
          </ac:grpSpMkLst>
        </pc:grpChg>
        <pc:grpChg chg="add mod">
          <ac:chgData name="ashi aida" userId="b99504e7675a6229" providerId="LiveId" clId="{73F97104-D300-49BD-835F-3C2D9C3B04A9}" dt="2026-03-09T17:16:35.104" v="2726" actId="1076"/>
          <ac:grpSpMkLst>
            <pc:docMk/>
            <pc:sldMk cId="0" sldId="262"/>
            <ac:grpSpMk id="17" creationId="{64C7743F-DB42-6769-5CB4-481259F9357C}"/>
          </ac:grpSpMkLst>
        </pc:grpChg>
        <pc:grpChg chg="add mod">
          <ac:chgData name="ashi aida" userId="b99504e7675a6229" providerId="LiveId" clId="{73F97104-D300-49BD-835F-3C2D9C3B04A9}" dt="2026-03-09T17:17:50.946" v="2753" actId="164"/>
          <ac:grpSpMkLst>
            <pc:docMk/>
            <pc:sldMk cId="0" sldId="262"/>
            <ac:grpSpMk id="18" creationId="{493AD292-22C7-3043-4C86-F280233D94C1}"/>
          </ac:grpSpMkLst>
        </pc:grpChg>
        <pc:grpChg chg="add mod">
          <ac:chgData name="ashi aida" userId="b99504e7675a6229" providerId="LiveId" clId="{73F97104-D300-49BD-835F-3C2D9C3B04A9}" dt="2026-03-09T17:18:42.533" v="2784" actId="1076"/>
          <ac:grpSpMkLst>
            <pc:docMk/>
            <pc:sldMk cId="0" sldId="262"/>
            <ac:grpSpMk id="19" creationId="{4EE2D965-866D-49F8-543D-11AD73A9F39C}"/>
          </ac:grpSpMkLst>
        </pc:grpChg>
        <pc:grpChg chg="add mod">
          <ac:chgData name="ashi aida" userId="b99504e7675a6229" providerId="LiveId" clId="{73F97104-D300-49BD-835F-3C2D9C3B04A9}" dt="2026-03-09T17:19:50.173" v="2839" actId="1076"/>
          <ac:grpSpMkLst>
            <pc:docMk/>
            <pc:sldMk cId="0" sldId="262"/>
            <ac:grpSpMk id="20" creationId="{0A25CB19-DB43-0909-685F-9341AB9DBAEE}"/>
          </ac:grpSpMkLst>
        </pc:grpChg>
      </pc:sldChg>
      <pc:sldChg chg="addSp delSp modSp mod ord modTransition">
        <pc:chgData name="ashi aida" userId="b99504e7675a6229" providerId="LiveId" clId="{73F97104-D300-49BD-835F-3C2D9C3B04A9}" dt="2026-03-11T16:33:20.004" v="8805" actId="14429"/>
        <pc:sldMkLst>
          <pc:docMk/>
          <pc:sldMk cId="0" sldId="263"/>
        </pc:sldMkLst>
        <pc:spChg chg="mod">
          <ac:chgData name="ashi aida" userId="b99504e7675a6229" providerId="LiveId" clId="{73F97104-D300-49BD-835F-3C2D9C3B04A9}" dt="2026-03-09T17:32:05.985" v="3006" actId="1036"/>
          <ac:spMkLst>
            <pc:docMk/>
            <pc:sldMk cId="0" sldId="263"/>
            <ac:spMk id="2" creationId="{00000000-0000-0000-0000-000000000000}"/>
          </ac:spMkLst>
        </pc:spChg>
        <pc:spChg chg="mod modVis">
          <ac:chgData name="ashi aida" userId="b99504e7675a6229" providerId="LiveId" clId="{73F97104-D300-49BD-835F-3C2D9C3B04A9}" dt="2026-03-11T16:33:20.004" v="8805" actId="14429"/>
          <ac:spMkLst>
            <pc:docMk/>
            <pc:sldMk cId="0" sldId="263"/>
            <ac:spMk id="3" creationId="{00000000-0000-0000-0000-000000000000}"/>
          </ac:spMkLst>
        </pc:spChg>
        <pc:spChg chg="mod">
          <ac:chgData name="ashi aida" userId="b99504e7675a6229" providerId="LiveId" clId="{73F97104-D300-49BD-835F-3C2D9C3B04A9}" dt="2026-03-09T17:33:07.199" v="3091" actId="1035"/>
          <ac:spMkLst>
            <pc:docMk/>
            <pc:sldMk cId="0" sldId="263"/>
            <ac:spMk id="4" creationId="{00000000-0000-0000-0000-000000000000}"/>
          </ac:spMkLst>
        </pc:spChg>
        <pc:spChg chg="mod">
          <ac:chgData name="ashi aida" userId="b99504e7675a6229" providerId="LiveId" clId="{73F97104-D300-49BD-835F-3C2D9C3B04A9}" dt="2026-03-09T17:24:55.102" v="2859" actId="14100"/>
          <ac:spMkLst>
            <pc:docMk/>
            <pc:sldMk cId="0" sldId="263"/>
            <ac:spMk id="5" creationId="{00000000-0000-0000-0000-000000000000}"/>
          </ac:spMkLst>
        </pc:spChg>
        <pc:spChg chg="add mod">
          <ac:chgData name="ashi aida" userId="b99504e7675a6229" providerId="LiveId" clId="{73F97104-D300-49BD-835F-3C2D9C3B04A9}" dt="2026-03-09T17:32:05.985" v="3006" actId="1036"/>
          <ac:spMkLst>
            <pc:docMk/>
            <pc:sldMk cId="0" sldId="263"/>
            <ac:spMk id="14" creationId="{C84B18FD-EE04-3F68-4195-57303A9D580B}"/>
          </ac:spMkLst>
        </pc:spChg>
        <pc:spChg chg="add mod">
          <ac:chgData name="ashi aida" userId="b99504e7675a6229" providerId="LiveId" clId="{73F97104-D300-49BD-835F-3C2D9C3B04A9}" dt="2026-03-09T17:33:40.629" v="3095" actId="2711"/>
          <ac:spMkLst>
            <pc:docMk/>
            <pc:sldMk cId="0" sldId="263"/>
            <ac:spMk id="16" creationId="{FF18198B-298F-C8C4-776F-35A6C4B37705}"/>
          </ac:spMkLst>
        </pc:spChg>
        <pc:spChg chg="add mod">
          <ac:chgData name="ashi aida" userId="b99504e7675a6229" providerId="LiveId" clId="{73F97104-D300-49BD-835F-3C2D9C3B04A9}" dt="2026-03-09T17:34:07.797" v="3129" actId="20577"/>
          <ac:spMkLst>
            <pc:docMk/>
            <pc:sldMk cId="0" sldId="263"/>
            <ac:spMk id="17" creationId="{9D7A24C0-41EB-2B4B-63AF-0AA509D6C265}"/>
          </ac:spMkLst>
        </pc:spChg>
        <pc:spChg chg="add mod">
          <ac:chgData name="ashi aida" userId="b99504e7675a6229" providerId="LiveId" clId="{73F97104-D300-49BD-835F-3C2D9C3B04A9}" dt="2026-03-09T17:32:05.985" v="3006" actId="1036"/>
          <ac:spMkLst>
            <pc:docMk/>
            <pc:sldMk cId="0" sldId="263"/>
            <ac:spMk id="19" creationId="{1CEB11F2-8C1D-6340-C07B-F0AEF6C0992D}"/>
          </ac:spMkLst>
        </pc:spChg>
        <pc:spChg chg="add mod">
          <ac:chgData name="ashi aida" userId="b99504e7675a6229" providerId="LiveId" clId="{73F97104-D300-49BD-835F-3C2D9C3B04A9}" dt="2026-03-09T17:32:52.270" v="3081" actId="1035"/>
          <ac:spMkLst>
            <pc:docMk/>
            <pc:sldMk cId="0" sldId="263"/>
            <ac:spMk id="20" creationId="{572C2152-504F-12A9-64AE-E841123EF0DF}"/>
          </ac:spMkLst>
        </pc:spChg>
        <pc:spChg chg="add mod">
          <ac:chgData name="ashi aida" userId="b99504e7675a6229" providerId="LiveId" clId="{73F97104-D300-49BD-835F-3C2D9C3B04A9}" dt="2026-03-09T17:32:32.259" v="3063" actId="1036"/>
          <ac:spMkLst>
            <pc:docMk/>
            <pc:sldMk cId="0" sldId="263"/>
            <ac:spMk id="21" creationId="{E28585A1-3485-A9F5-2325-7965399EECDE}"/>
          </ac:spMkLst>
        </pc:spChg>
      </pc:sldChg>
      <pc:sldChg chg="modSp del mod">
        <pc:chgData name="ashi aida" userId="b99504e7675a6229" providerId="LiveId" clId="{73F97104-D300-49BD-835F-3C2D9C3B04A9}" dt="2026-03-10T08:10:24.984" v="4968" actId="2696"/>
        <pc:sldMkLst>
          <pc:docMk/>
          <pc:sldMk cId="0" sldId="264"/>
        </pc:sldMkLst>
        <pc:spChg chg="mod">
          <ac:chgData name="ashi aida" userId="b99504e7675a6229" providerId="LiveId" clId="{73F97104-D300-49BD-835F-3C2D9C3B04A9}" dt="2026-03-10T08:10:20.457" v="4967" actId="1076"/>
          <ac:spMkLst>
            <pc:docMk/>
            <pc:sldMk cId="0" sldId="264"/>
            <ac:spMk id="2" creationId="{00000000-0000-0000-0000-000000000000}"/>
          </ac:spMkLst>
        </pc:spChg>
      </pc:sldChg>
      <pc:sldChg chg="addSp delSp modSp mod ord modTransition">
        <pc:chgData name="ashi aida" userId="b99504e7675a6229" providerId="LiveId" clId="{73F97104-D300-49BD-835F-3C2D9C3B04A9}" dt="2026-03-11T14:11:20.705" v="7813"/>
        <pc:sldMkLst>
          <pc:docMk/>
          <pc:sldMk cId="0" sldId="265"/>
        </pc:sldMkLst>
        <pc:spChg chg="mod">
          <ac:chgData name="ashi aida" userId="b99504e7675a6229" providerId="LiveId" clId="{73F97104-D300-49BD-835F-3C2D9C3B04A9}" dt="2026-03-04T16:28:06.218" v="2139" actId="207"/>
          <ac:spMkLst>
            <pc:docMk/>
            <pc:sldMk cId="0" sldId="265"/>
            <ac:spMk id="6" creationId="{FC814DDD-F170-FDD1-1E67-01A1F0417631}"/>
          </ac:spMkLst>
        </pc:spChg>
        <pc:spChg chg="mod">
          <ac:chgData name="ashi aida" userId="b99504e7675a6229" providerId="LiveId" clId="{73F97104-D300-49BD-835F-3C2D9C3B04A9}" dt="2026-03-04T16:28:06.218" v="2139" actId="207"/>
          <ac:spMkLst>
            <pc:docMk/>
            <pc:sldMk cId="0" sldId="265"/>
            <ac:spMk id="7" creationId="{1F03ABC9-2EA2-83DB-9875-0542FBC4F7CE}"/>
          </ac:spMkLst>
        </pc:spChg>
        <pc:spChg chg="mod">
          <ac:chgData name="ashi aida" userId="b99504e7675a6229" providerId="LiveId" clId="{73F97104-D300-49BD-835F-3C2D9C3B04A9}" dt="2026-03-04T16:28:06.218" v="2139" actId="207"/>
          <ac:spMkLst>
            <pc:docMk/>
            <pc:sldMk cId="0" sldId="265"/>
            <ac:spMk id="12" creationId="{BAFD9CC3-32FC-0FA5-7935-A52E947C4E28}"/>
          </ac:spMkLst>
        </pc:spChg>
        <pc:spChg chg="mod">
          <ac:chgData name="ashi aida" userId="b99504e7675a6229" providerId="LiveId" clId="{73F97104-D300-49BD-835F-3C2D9C3B04A9}" dt="2026-03-04T16:28:06.218" v="2139" actId="207"/>
          <ac:spMkLst>
            <pc:docMk/>
            <pc:sldMk cId="0" sldId="265"/>
            <ac:spMk id="13" creationId="{01E57D3A-4E1D-A2BB-A66E-FFB385401D8B}"/>
          </ac:spMkLst>
        </pc:spChg>
        <pc:spChg chg="mod">
          <ac:chgData name="ashi aida" userId="b99504e7675a6229" providerId="LiveId" clId="{73F97104-D300-49BD-835F-3C2D9C3B04A9}" dt="2026-03-04T16:28:06.218" v="2139" actId="207"/>
          <ac:spMkLst>
            <pc:docMk/>
            <pc:sldMk cId="0" sldId="265"/>
            <ac:spMk id="14" creationId="{847C7C68-33EF-4F8B-98A5-389849D4EBD6}"/>
          </ac:spMkLst>
        </pc:spChg>
        <pc:spChg chg="mod">
          <ac:chgData name="ashi aida" userId="b99504e7675a6229" providerId="LiveId" clId="{73F97104-D300-49BD-835F-3C2D9C3B04A9}" dt="2026-03-04T16:28:06.218" v="2139" actId="207"/>
          <ac:spMkLst>
            <pc:docMk/>
            <pc:sldMk cId="0" sldId="265"/>
            <ac:spMk id="15" creationId="{D1502B1C-5B3E-84D7-C8AB-B7590ACB3743}"/>
          </ac:spMkLst>
        </pc:spChg>
        <pc:spChg chg="mod">
          <ac:chgData name="ashi aida" userId="b99504e7675a6229" providerId="LiveId" clId="{73F97104-D300-49BD-835F-3C2D9C3B04A9}" dt="2026-03-04T16:28:06.218" v="2139" actId="207"/>
          <ac:spMkLst>
            <pc:docMk/>
            <pc:sldMk cId="0" sldId="265"/>
            <ac:spMk id="16" creationId="{DFAD8631-A6A0-6D1C-15AD-01E95522C1A8}"/>
          </ac:spMkLst>
        </pc:spChg>
        <pc:spChg chg="mod">
          <ac:chgData name="ashi aida" userId="b99504e7675a6229" providerId="LiveId" clId="{73F97104-D300-49BD-835F-3C2D9C3B04A9}" dt="2026-03-04T16:28:06.218" v="2139" actId="207"/>
          <ac:spMkLst>
            <pc:docMk/>
            <pc:sldMk cId="0" sldId="265"/>
            <ac:spMk id="17" creationId="{5D70D9FD-A216-777A-E144-A83CC3997846}"/>
          </ac:spMkLst>
        </pc:spChg>
        <pc:spChg chg="mod">
          <ac:chgData name="ashi aida" userId="b99504e7675a6229" providerId="LiveId" clId="{73F97104-D300-49BD-835F-3C2D9C3B04A9}" dt="2026-03-04T16:28:06.218" v="2139" actId="207"/>
          <ac:spMkLst>
            <pc:docMk/>
            <pc:sldMk cId="0" sldId="265"/>
            <ac:spMk id="18" creationId="{B4346597-15F2-64AE-37A8-DB256AFB8232}"/>
          </ac:spMkLst>
        </pc:spChg>
        <pc:spChg chg="mod">
          <ac:chgData name="ashi aida" userId="b99504e7675a6229" providerId="LiveId" clId="{73F97104-D300-49BD-835F-3C2D9C3B04A9}" dt="2026-03-04T16:28:06.218" v="2139" actId="207"/>
          <ac:spMkLst>
            <pc:docMk/>
            <pc:sldMk cId="0" sldId="265"/>
            <ac:spMk id="19" creationId="{8A54804D-B4C9-8252-0CA2-CEF6C153BCD4}"/>
          </ac:spMkLst>
        </pc:spChg>
        <pc:spChg chg="add mod">
          <ac:chgData name="ashi aida" userId="b99504e7675a6229" providerId="LiveId" clId="{73F97104-D300-49BD-835F-3C2D9C3B04A9}" dt="2026-03-04T16:44:10.812" v="2242" actId="1037"/>
          <ac:spMkLst>
            <pc:docMk/>
            <pc:sldMk cId="0" sldId="265"/>
            <ac:spMk id="29" creationId="{F2F13D61-4491-FF1A-B41F-BA0EA2D0EECF}"/>
          </ac:spMkLst>
        </pc:spChg>
        <pc:spChg chg="add mod">
          <ac:chgData name="ashi aida" userId="b99504e7675a6229" providerId="LiveId" clId="{73F97104-D300-49BD-835F-3C2D9C3B04A9}" dt="2026-03-04T16:44:10.812" v="2242" actId="1037"/>
          <ac:spMkLst>
            <pc:docMk/>
            <pc:sldMk cId="0" sldId="265"/>
            <ac:spMk id="30" creationId="{B0DFBF56-485B-AF9E-2AAF-78E99A6F674D}"/>
          </ac:spMkLst>
        </pc:spChg>
        <pc:grpChg chg="mod">
          <ac:chgData name="ashi aida" userId="b99504e7675a6229" providerId="LiveId" clId="{73F97104-D300-49BD-835F-3C2D9C3B04A9}" dt="2026-03-04T16:32:53.358" v="2156" actId="1076"/>
          <ac:grpSpMkLst>
            <pc:docMk/>
            <pc:sldMk cId="0" sldId="265"/>
            <ac:grpSpMk id="5" creationId="{3012FF13-4567-6094-AD1F-FE79AF341A20}"/>
          </ac:grpSpMkLst>
        </pc:grpChg>
        <pc:graphicFrameChg chg="add mod modGraphic">
          <ac:chgData name="ashi aida" userId="b99504e7675a6229" providerId="LiveId" clId="{73F97104-D300-49BD-835F-3C2D9C3B04A9}" dt="2026-03-04T16:41:00.559" v="2216" actId="255"/>
          <ac:graphicFrameMkLst>
            <pc:docMk/>
            <pc:sldMk cId="0" sldId="265"/>
            <ac:graphicFrameMk id="21" creationId="{D44D8471-F1A8-16C6-772B-02815A6BE67D}"/>
          </ac:graphicFrameMkLst>
        </pc:graphicFrameChg>
      </pc:sldChg>
      <pc:sldChg chg="modSp del mod ord">
        <pc:chgData name="ashi aida" userId="b99504e7675a6229" providerId="LiveId" clId="{73F97104-D300-49BD-835F-3C2D9C3B04A9}" dt="2026-03-11T13:43:43.918" v="7520" actId="2696"/>
        <pc:sldMkLst>
          <pc:docMk/>
          <pc:sldMk cId="0" sldId="266"/>
        </pc:sldMkLst>
        <pc:spChg chg="mod">
          <ac:chgData name="ashi aida" userId="b99504e7675a6229" providerId="LiveId" clId="{73F97104-D300-49BD-835F-3C2D9C3B04A9}" dt="2026-03-10T00:07:24.991" v="3132" actId="1076"/>
          <ac:spMkLst>
            <pc:docMk/>
            <pc:sldMk cId="0" sldId="266"/>
            <ac:spMk id="2" creationId="{00000000-0000-0000-0000-000000000000}"/>
          </ac:spMkLst>
        </pc:spChg>
      </pc:sldChg>
      <pc:sldChg chg="modSp del mod">
        <pc:chgData name="ashi aida" userId="b99504e7675a6229" providerId="LiveId" clId="{73F97104-D300-49BD-835F-3C2D9C3B04A9}" dt="2026-03-11T13:39:11.088" v="7508" actId="2696"/>
        <pc:sldMkLst>
          <pc:docMk/>
          <pc:sldMk cId="0" sldId="267"/>
        </pc:sldMkLst>
        <pc:spChg chg="mod">
          <ac:chgData name="ashi aida" userId="b99504e7675a6229" providerId="LiveId" clId="{73F97104-D300-49BD-835F-3C2D9C3B04A9}" dt="2026-03-10T08:10:41.337" v="4969" actId="1076"/>
          <ac:spMkLst>
            <pc:docMk/>
            <pc:sldMk cId="0" sldId="267"/>
            <ac:spMk id="2" creationId="{00000000-0000-0000-0000-000000000000}"/>
          </ac:spMkLst>
        </pc:spChg>
        <pc:grpChg chg="mod">
          <ac:chgData name="ashi aida" userId="b99504e7675a6229" providerId="LiveId" clId="{73F97104-D300-49BD-835F-3C2D9C3B04A9}" dt="2026-03-11T03:58:32.365" v="6647" actId="1076"/>
          <ac:grpSpMkLst>
            <pc:docMk/>
            <pc:sldMk cId="0" sldId="267"/>
            <ac:grpSpMk id="3" creationId="{00000000-0000-0000-0000-000000000000}"/>
          </ac:grpSpMkLst>
        </pc:grpChg>
        <pc:grpChg chg="mod">
          <ac:chgData name="ashi aida" userId="b99504e7675a6229" providerId="LiveId" clId="{73F97104-D300-49BD-835F-3C2D9C3B04A9}" dt="2026-03-11T03:58:28.289" v="6646" actId="1076"/>
          <ac:grpSpMkLst>
            <pc:docMk/>
            <pc:sldMk cId="0" sldId="267"/>
            <ac:grpSpMk id="7" creationId="{00000000-0000-0000-0000-000000000000}"/>
          </ac:grpSpMkLst>
        </pc:grpChg>
      </pc:sldChg>
      <pc:sldChg chg="addSp delSp modSp mod ord modTransition">
        <pc:chgData name="ashi aida" userId="b99504e7675a6229" providerId="LiveId" clId="{73F97104-D300-49BD-835F-3C2D9C3B04A9}" dt="2026-03-11T14:11:20.705" v="7813"/>
        <pc:sldMkLst>
          <pc:docMk/>
          <pc:sldMk cId="0" sldId="268"/>
        </pc:sldMkLst>
        <pc:spChg chg="mod">
          <ac:chgData name="ashi aida" userId="b99504e7675a6229" providerId="LiveId" clId="{73F97104-D300-49BD-835F-3C2D9C3B04A9}" dt="2026-03-10T16:57:22.474" v="6531" actId="14100"/>
          <ac:spMkLst>
            <pc:docMk/>
            <pc:sldMk cId="0" sldId="268"/>
            <ac:spMk id="2" creationId="{00000000-0000-0000-0000-000000000000}"/>
          </ac:spMkLst>
        </pc:spChg>
        <pc:spChg chg="del">
          <ac:chgData name="ashi aida" userId="b99504e7675a6229" providerId="LiveId" clId="{73F97104-D300-49BD-835F-3C2D9C3B04A9}" dt="2026-03-10T16:53:49.799" v="6457" actId="478"/>
          <ac:spMkLst>
            <pc:docMk/>
            <pc:sldMk cId="0" sldId="268"/>
            <ac:spMk id="3" creationId="{00000000-0000-0000-0000-000000000000}"/>
          </ac:spMkLst>
        </pc:spChg>
        <pc:spChg chg="del mod">
          <ac:chgData name="ashi aida" userId="b99504e7675a6229" providerId="LiveId" clId="{73F97104-D300-49BD-835F-3C2D9C3B04A9}" dt="2026-03-10T16:54:38.189" v="6468" actId="478"/>
          <ac:spMkLst>
            <pc:docMk/>
            <pc:sldMk cId="0" sldId="268"/>
            <ac:spMk id="4" creationId="{00000000-0000-0000-0000-000000000000}"/>
          </ac:spMkLst>
        </pc:spChg>
        <pc:spChg chg="add mod">
          <ac:chgData name="ashi aida" userId="b99504e7675a6229" providerId="LiveId" clId="{73F97104-D300-49BD-835F-3C2D9C3B04A9}" dt="2026-03-11T13:44:26.830" v="7522" actId="208"/>
          <ac:spMkLst>
            <pc:docMk/>
            <pc:sldMk cId="0" sldId="268"/>
            <ac:spMk id="5" creationId="{DF04AD9B-76A1-F11C-580C-971E8DD6AC42}"/>
          </ac:spMkLst>
        </pc:spChg>
        <pc:spChg chg="add del mod">
          <ac:chgData name="ashi aida" userId="b99504e7675a6229" providerId="LiveId" clId="{73F97104-D300-49BD-835F-3C2D9C3B04A9}" dt="2026-03-10T16:56:44.977" v="6524"/>
          <ac:spMkLst>
            <pc:docMk/>
            <pc:sldMk cId="0" sldId="268"/>
            <ac:spMk id="6" creationId="{EDFD12C7-DAC5-72CC-2626-C2B1F10CEEC3}"/>
          </ac:spMkLst>
        </pc:spChg>
        <pc:spChg chg="add mod">
          <ac:chgData name="ashi aida" userId="b99504e7675a6229" providerId="LiveId" clId="{73F97104-D300-49BD-835F-3C2D9C3B04A9}" dt="2026-03-10T16:57:48.230" v="6536" actId="20577"/>
          <ac:spMkLst>
            <pc:docMk/>
            <pc:sldMk cId="0" sldId="268"/>
            <ac:spMk id="7" creationId="{EF538A98-F025-5CD4-4B65-E30FD6710E8F}"/>
          </ac:spMkLst>
        </pc:spChg>
        <pc:spChg chg="add mod">
          <ac:chgData name="ashi aida" userId="b99504e7675a6229" providerId="LiveId" clId="{73F97104-D300-49BD-835F-3C2D9C3B04A9}" dt="2026-03-11T13:41:04.103" v="7512" actId="20577"/>
          <ac:spMkLst>
            <pc:docMk/>
            <pc:sldMk cId="0" sldId="268"/>
            <ac:spMk id="8" creationId="{D67872C1-0F4D-44E4-64D7-00F8E0299554}"/>
          </ac:spMkLst>
        </pc:spChg>
        <pc:spChg chg="add mod">
          <ac:chgData name="ashi aida" userId="b99504e7675a6229" providerId="LiveId" clId="{73F97104-D300-49BD-835F-3C2D9C3B04A9}" dt="2026-03-10T17:01:43.388" v="6618" actId="1035"/>
          <ac:spMkLst>
            <pc:docMk/>
            <pc:sldMk cId="0" sldId="268"/>
            <ac:spMk id="9" creationId="{A196F4F4-95D5-9A69-A138-06D2CA146B4C}"/>
          </ac:spMkLst>
        </pc:spChg>
      </pc:sldChg>
      <pc:sldChg chg="delSp modSp add del mod ord modTransition">
        <pc:chgData name="ashi aida" userId="b99504e7675a6229" providerId="LiveId" clId="{73F97104-D300-49BD-835F-3C2D9C3B04A9}" dt="2026-03-11T14:11:20.705" v="7813"/>
        <pc:sldMkLst>
          <pc:docMk/>
          <pc:sldMk cId="0" sldId="269"/>
        </pc:sldMkLst>
        <pc:grpChg chg="del mod">
          <ac:chgData name="ashi aida" userId="b99504e7675a6229" providerId="LiveId" clId="{73F97104-D300-49BD-835F-3C2D9C3B04A9}" dt="2026-03-11T13:49:49.407" v="7530" actId="21"/>
          <ac:grpSpMkLst>
            <pc:docMk/>
            <pc:sldMk cId="0" sldId="269"/>
            <ac:grpSpMk id="5" creationId="{00000000-0000-0000-0000-000000000000}"/>
          </ac:grpSpMkLst>
        </pc:grpChg>
      </pc:sldChg>
      <pc:sldChg chg="del">
        <pc:chgData name="ashi aida" userId="b99504e7675a6229" providerId="LiveId" clId="{73F97104-D300-49BD-835F-3C2D9C3B04A9}" dt="2026-03-11T13:39:00.692" v="7505" actId="2696"/>
        <pc:sldMkLst>
          <pc:docMk/>
          <pc:sldMk cId="0" sldId="270"/>
        </pc:sldMkLst>
      </pc:sldChg>
      <pc:sldChg chg="addSp delSp modSp add mod ord modTransition">
        <pc:chgData name="ashi aida" userId="b99504e7675a6229" providerId="LiveId" clId="{73F97104-D300-49BD-835F-3C2D9C3B04A9}" dt="2026-03-11T14:11:20.705" v="7813"/>
        <pc:sldMkLst>
          <pc:docMk/>
          <pc:sldMk cId="4205282817" sldId="271"/>
        </pc:sldMkLst>
        <pc:spChg chg="mod">
          <ac:chgData name="ashi aida" userId="b99504e7675a6229" providerId="LiveId" clId="{73F97104-D300-49BD-835F-3C2D9C3B04A9}" dt="2026-03-04T15:54:20.555" v="633" actId="20577"/>
          <ac:spMkLst>
            <pc:docMk/>
            <pc:sldMk cId="4205282817" sldId="271"/>
            <ac:spMk id="3" creationId="{51E47266-9154-3231-82C3-F5745CEF50A3}"/>
          </ac:spMkLst>
        </pc:spChg>
        <pc:spChg chg="mod">
          <ac:chgData name="ashi aida" userId="b99504e7675a6229" providerId="LiveId" clId="{73F97104-D300-49BD-835F-3C2D9C3B04A9}" dt="2026-03-04T15:54:36.091" v="634" actId="14100"/>
          <ac:spMkLst>
            <pc:docMk/>
            <pc:sldMk cId="4205282817" sldId="271"/>
            <ac:spMk id="4" creationId="{B9E174F7-F4C3-4BA0-7DD0-A3697AADBCFE}"/>
          </ac:spMkLst>
        </pc:spChg>
        <pc:spChg chg="add del mod">
          <ac:chgData name="ashi aida" userId="b99504e7675a6229" providerId="LiveId" clId="{73F97104-D300-49BD-835F-3C2D9C3B04A9}" dt="2026-03-04T15:53:39.475" v="535" actId="14100"/>
          <ac:spMkLst>
            <pc:docMk/>
            <pc:sldMk cId="4205282817" sldId="271"/>
            <ac:spMk id="6" creationId="{343C2FE8-3C45-909D-9955-97E1B089786F}"/>
          </ac:spMkLst>
        </pc:spChg>
      </pc:sldChg>
      <pc:sldChg chg="addSp delSp modSp add mod ord modTransition">
        <pc:chgData name="ashi aida" userId="b99504e7675a6229" providerId="LiveId" clId="{73F97104-D300-49BD-835F-3C2D9C3B04A9}" dt="2026-03-11T17:23:50.711" v="9040" actId="207"/>
        <pc:sldMkLst>
          <pc:docMk/>
          <pc:sldMk cId="3174128565" sldId="272"/>
        </pc:sldMkLst>
        <pc:spChg chg="mod">
          <ac:chgData name="ashi aida" userId="b99504e7675a6229" providerId="LiveId" clId="{73F97104-D300-49BD-835F-3C2D9C3B04A9}" dt="2026-03-11T15:49:48.714" v="8452" actId="1038"/>
          <ac:spMkLst>
            <pc:docMk/>
            <pc:sldMk cId="3174128565" sldId="272"/>
            <ac:spMk id="2" creationId="{37ADCBFF-7DCA-F0EB-B00D-1708F0225C5C}"/>
          </ac:spMkLst>
        </pc:spChg>
        <pc:spChg chg="mod topLvl">
          <ac:chgData name="ashi aida" userId="b99504e7675a6229" providerId="LiveId" clId="{73F97104-D300-49BD-835F-3C2D9C3B04A9}" dt="2026-03-11T15:30:56.351" v="8421" actId="1076"/>
          <ac:spMkLst>
            <pc:docMk/>
            <pc:sldMk cId="3174128565" sldId="272"/>
            <ac:spMk id="3" creationId="{E0D9FA40-4577-79B6-6CC5-2704AA47AD4E}"/>
          </ac:spMkLst>
        </pc:spChg>
        <pc:spChg chg="mod topLvl">
          <ac:chgData name="ashi aida" userId="b99504e7675a6229" providerId="LiveId" clId="{73F97104-D300-49BD-835F-3C2D9C3B04A9}" dt="2026-03-11T15:29:52.266" v="8393" actId="165"/>
          <ac:spMkLst>
            <pc:docMk/>
            <pc:sldMk cId="3174128565" sldId="272"/>
            <ac:spMk id="4" creationId="{B5F1DA01-68E1-5D07-EDB0-80E39D61D8DF}"/>
          </ac:spMkLst>
        </pc:spChg>
        <pc:spChg chg="mod topLvl">
          <ac:chgData name="ashi aida" userId="b99504e7675a6229" providerId="LiveId" clId="{73F97104-D300-49BD-835F-3C2D9C3B04A9}" dt="2026-03-11T15:29:52.266" v="8393" actId="165"/>
          <ac:spMkLst>
            <pc:docMk/>
            <pc:sldMk cId="3174128565" sldId="272"/>
            <ac:spMk id="5" creationId="{87BFE550-B5BB-D989-DBF0-88A3DB7BB75E}"/>
          </ac:spMkLst>
        </pc:spChg>
        <pc:spChg chg="mod">
          <ac:chgData name="ashi aida" userId="b99504e7675a6229" providerId="LiveId" clId="{73F97104-D300-49BD-835F-3C2D9C3B04A9}" dt="2026-03-11T15:28:23.368" v="8136" actId="164"/>
          <ac:spMkLst>
            <pc:docMk/>
            <pc:sldMk cId="3174128565" sldId="272"/>
            <ac:spMk id="6" creationId="{DDFAD5B6-7FDF-6A8C-C761-50CD09252395}"/>
          </ac:spMkLst>
        </pc:spChg>
        <pc:spChg chg="mod">
          <ac:chgData name="ashi aida" userId="b99504e7675a6229" providerId="LiveId" clId="{73F97104-D300-49BD-835F-3C2D9C3B04A9}" dt="2026-03-04T16:19:21.025" v="2130" actId="1036"/>
          <ac:spMkLst>
            <pc:docMk/>
            <pc:sldMk cId="3174128565" sldId="272"/>
            <ac:spMk id="7" creationId="{EB90FB29-A640-5468-BE8C-ED7CD9D9BB10}"/>
          </ac:spMkLst>
        </pc:spChg>
        <pc:spChg chg="mod">
          <ac:chgData name="ashi aida" userId="b99504e7675a6229" providerId="LiveId" clId="{73F97104-D300-49BD-835F-3C2D9C3B04A9}" dt="2026-03-11T15:28:23.368" v="8136" actId="164"/>
          <ac:spMkLst>
            <pc:docMk/>
            <pc:sldMk cId="3174128565" sldId="272"/>
            <ac:spMk id="8" creationId="{B964B0EE-A71E-21BA-3B82-D0C748432D54}"/>
          </ac:spMkLst>
        </pc:spChg>
        <pc:spChg chg="mod">
          <ac:chgData name="ashi aida" userId="b99504e7675a6229" providerId="LiveId" clId="{73F97104-D300-49BD-835F-3C2D9C3B04A9}" dt="2026-03-11T15:28:23.368" v="8136" actId="164"/>
          <ac:spMkLst>
            <pc:docMk/>
            <pc:sldMk cId="3174128565" sldId="272"/>
            <ac:spMk id="9" creationId="{4DEE5ACE-88C7-A280-AC33-A90B4796A387}"/>
          </ac:spMkLst>
        </pc:spChg>
        <pc:spChg chg="mod topLvl">
          <ac:chgData name="ashi aida" userId="b99504e7675a6229" providerId="LiveId" clId="{73F97104-D300-49BD-835F-3C2D9C3B04A9}" dt="2026-03-11T15:30:46.020" v="8419" actId="1076"/>
          <ac:spMkLst>
            <pc:docMk/>
            <pc:sldMk cId="3174128565" sldId="272"/>
            <ac:spMk id="10" creationId="{F42FA67A-0CA0-C9B9-7673-C8512F4FD6C3}"/>
          </ac:spMkLst>
        </pc:spChg>
        <pc:spChg chg="add mod">
          <ac:chgData name="ashi aida" userId="b99504e7675a6229" providerId="LiveId" clId="{73F97104-D300-49BD-835F-3C2D9C3B04A9}" dt="2026-03-11T15:28:23.368" v="8136" actId="164"/>
          <ac:spMkLst>
            <pc:docMk/>
            <pc:sldMk cId="3174128565" sldId="272"/>
            <ac:spMk id="11" creationId="{F751A2F3-E196-4E56-A1C6-EB1E9E9E70B2}"/>
          </ac:spMkLst>
        </pc:spChg>
        <pc:spChg chg="add mod">
          <ac:chgData name="ashi aida" userId="b99504e7675a6229" providerId="LiveId" clId="{73F97104-D300-49BD-835F-3C2D9C3B04A9}" dt="2026-03-11T15:28:23.368" v="8136" actId="164"/>
          <ac:spMkLst>
            <pc:docMk/>
            <pc:sldMk cId="3174128565" sldId="272"/>
            <ac:spMk id="12" creationId="{5C4A4955-1D60-CD7D-3AA8-E61F2CF87FCE}"/>
          </ac:spMkLst>
        </pc:spChg>
        <pc:spChg chg="add mod ord">
          <ac:chgData name="ashi aida" userId="b99504e7675a6229" providerId="LiveId" clId="{73F97104-D300-49BD-835F-3C2D9C3B04A9}" dt="2026-03-11T17:23:50.711" v="9040" actId="207"/>
          <ac:spMkLst>
            <pc:docMk/>
            <pc:sldMk cId="3174128565" sldId="272"/>
            <ac:spMk id="13" creationId="{48B5CC2A-1B6B-82D3-7EED-4B67D0B4A80D}"/>
          </ac:spMkLst>
        </pc:spChg>
        <pc:grpChg chg="add del mod">
          <ac:chgData name="ashi aida" userId="b99504e7675a6229" providerId="LiveId" clId="{73F97104-D300-49BD-835F-3C2D9C3B04A9}" dt="2026-03-11T15:29:52.266" v="8393" actId="165"/>
          <ac:grpSpMkLst>
            <pc:docMk/>
            <pc:sldMk cId="3174128565" sldId="272"/>
            <ac:grpSpMk id="13" creationId="{B8BE9FF8-E61A-136C-3A2C-8B6EDB5A5333}"/>
          </ac:grpSpMkLst>
        </pc:grpChg>
        <pc:grpChg chg="add mod">
          <ac:chgData name="ashi aida" userId="b99504e7675a6229" providerId="LiveId" clId="{73F97104-D300-49BD-835F-3C2D9C3B04A9}" dt="2026-03-11T15:31:02.981" v="8431" actId="1037"/>
          <ac:grpSpMkLst>
            <pc:docMk/>
            <pc:sldMk cId="3174128565" sldId="272"/>
            <ac:grpSpMk id="14" creationId="{2493138B-92DF-97D4-A29C-3B3B08CC05E6}"/>
          </ac:grpSpMkLst>
        </pc:grpChg>
      </pc:sldChg>
      <pc:sldChg chg="addSp delSp modSp add del mod ord modTransition">
        <pc:chgData name="ashi aida" userId="b99504e7675a6229" providerId="LiveId" clId="{73F97104-D300-49BD-835F-3C2D9C3B04A9}" dt="2026-03-11T14:11:20.705" v="7813"/>
        <pc:sldMkLst>
          <pc:docMk/>
          <pc:sldMk cId="2536518819" sldId="273"/>
        </pc:sldMkLst>
        <pc:spChg chg="add del mod">
          <ac:chgData name="ashi aida" userId="b99504e7675a6229" providerId="LiveId" clId="{73F97104-D300-49BD-835F-3C2D9C3B04A9}" dt="2026-03-10T08:05:50.073" v="4869" actId="207"/>
          <ac:spMkLst>
            <pc:docMk/>
            <pc:sldMk cId="2536518819" sldId="273"/>
            <ac:spMk id="2" creationId="{7970859D-FA2F-6C9E-D716-60549AC4EB45}"/>
          </ac:spMkLst>
        </pc:spChg>
        <pc:spChg chg="add del mod">
          <ac:chgData name="ashi aida" userId="b99504e7675a6229" providerId="LiveId" clId="{73F97104-D300-49BD-835F-3C2D9C3B04A9}" dt="2026-03-10T08:05:35.452" v="4868" actId="207"/>
          <ac:spMkLst>
            <pc:docMk/>
            <pc:sldMk cId="2536518819" sldId="273"/>
            <ac:spMk id="3" creationId="{1B8B3966-100D-5425-2389-5BB311949048}"/>
          </ac:spMkLst>
        </pc:spChg>
        <pc:spChg chg="add del mod">
          <ac:chgData name="ashi aida" userId="b99504e7675a6229" providerId="LiveId" clId="{73F97104-D300-49BD-835F-3C2D9C3B04A9}" dt="2026-03-10T08:03:42.100" v="4662"/>
          <ac:spMkLst>
            <pc:docMk/>
            <pc:sldMk cId="2536518819" sldId="273"/>
            <ac:spMk id="5" creationId="{510B2743-CD9D-AFA1-C11D-C06D4B0F85DA}"/>
          </ac:spMkLst>
        </pc:spChg>
        <pc:spChg chg="mod">
          <ac:chgData name="ashi aida" userId="b99504e7675a6229" providerId="LiveId" clId="{73F97104-D300-49BD-835F-3C2D9C3B04A9}" dt="2026-03-10T08:00:58.606" v="4594" actId="404"/>
          <ac:spMkLst>
            <pc:docMk/>
            <pc:sldMk cId="2536518819" sldId="273"/>
            <ac:spMk id="6" creationId="{A571FAF8-2065-E241-5D9A-B18DA4B420DB}"/>
          </ac:spMkLst>
        </pc:spChg>
        <pc:spChg chg="add mod">
          <ac:chgData name="ashi aida" userId="b99504e7675a6229" providerId="LiveId" clId="{73F97104-D300-49BD-835F-3C2D9C3B04A9}" dt="2026-03-10T08:05:57.016" v="4870" actId="207"/>
          <ac:spMkLst>
            <pc:docMk/>
            <pc:sldMk cId="2536518819" sldId="273"/>
            <ac:spMk id="7" creationId="{14F034B2-5BA0-EC6A-70BD-D022657A4E5A}"/>
          </ac:spMkLst>
        </pc:spChg>
        <pc:spChg chg="add mod">
          <ac:chgData name="ashi aida" userId="b99504e7675a6229" providerId="LiveId" clId="{73F97104-D300-49BD-835F-3C2D9C3B04A9}" dt="2026-03-10T08:06:39.871" v="4886" actId="1037"/>
          <ac:spMkLst>
            <pc:docMk/>
            <pc:sldMk cId="2536518819" sldId="273"/>
            <ac:spMk id="8" creationId="{DDA363BA-F5C5-C73E-C37E-BC78D2D76058}"/>
          </ac:spMkLst>
        </pc:spChg>
        <pc:spChg chg="add mod">
          <ac:chgData name="ashi aida" userId="b99504e7675a6229" providerId="LiveId" clId="{73F97104-D300-49BD-835F-3C2D9C3B04A9}" dt="2026-03-10T08:06:50.744" v="4888" actId="1076"/>
          <ac:spMkLst>
            <pc:docMk/>
            <pc:sldMk cId="2536518819" sldId="273"/>
            <ac:spMk id="9" creationId="{FF4C25AF-A618-7E9B-9522-F9CC04327D8E}"/>
          </ac:spMkLst>
        </pc:spChg>
        <pc:spChg chg="add mod">
          <ac:chgData name="ashi aida" userId="b99504e7675a6229" providerId="LiveId" clId="{73F97104-D300-49BD-835F-3C2D9C3B04A9}" dt="2026-03-10T08:07:06.140" v="4890"/>
          <ac:spMkLst>
            <pc:docMk/>
            <pc:sldMk cId="2536518819" sldId="273"/>
            <ac:spMk id="10" creationId="{D5668312-2151-D136-9D5D-EAACCF4CD2A6}"/>
          </ac:spMkLst>
        </pc:spChg>
        <pc:spChg chg="add mod">
          <ac:chgData name="ashi aida" userId="b99504e7675a6229" providerId="LiveId" clId="{73F97104-D300-49BD-835F-3C2D9C3B04A9}" dt="2026-03-10T08:07:18.546" v="4963" actId="1037"/>
          <ac:spMkLst>
            <pc:docMk/>
            <pc:sldMk cId="2536518819" sldId="273"/>
            <ac:spMk id="11" creationId="{3E046EDF-A606-97A6-E4EB-51D0C0296B6D}"/>
          </ac:spMkLst>
        </pc:spChg>
      </pc:sldChg>
      <pc:sldChg chg="addSp delSp modSp add mod ord modTransition">
        <pc:chgData name="ashi aida" userId="b99504e7675a6229" providerId="LiveId" clId="{73F97104-D300-49BD-835F-3C2D9C3B04A9}" dt="2026-03-11T14:11:20.705" v="7813"/>
        <pc:sldMkLst>
          <pc:docMk/>
          <pc:sldMk cId="2292917823" sldId="274"/>
        </pc:sldMkLst>
        <pc:spChg chg="mod">
          <ac:chgData name="ashi aida" userId="b99504e7675a6229" providerId="LiveId" clId="{73F97104-D300-49BD-835F-3C2D9C3B04A9}" dt="2026-03-10T08:14:16.211" v="5144" actId="1076"/>
          <ac:spMkLst>
            <pc:docMk/>
            <pc:sldMk cId="2292917823" sldId="274"/>
            <ac:spMk id="2" creationId="{3E79E628-F5F8-941E-35A2-95BC09E0461B}"/>
          </ac:spMkLst>
        </pc:spChg>
        <pc:spChg chg="mod ord">
          <ac:chgData name="ashi aida" userId="b99504e7675a6229" providerId="LiveId" clId="{73F97104-D300-49BD-835F-3C2D9C3B04A9}" dt="2026-03-10T08:15:13.279" v="5209" actId="171"/>
          <ac:spMkLst>
            <pc:docMk/>
            <pc:sldMk cId="2292917823" sldId="274"/>
            <ac:spMk id="3" creationId="{739FBC70-55D2-D7EC-0DF7-12ACF47C1948}"/>
          </ac:spMkLst>
        </pc:spChg>
        <pc:spChg chg="mod ord">
          <ac:chgData name="ashi aida" userId="b99504e7675a6229" providerId="LiveId" clId="{73F97104-D300-49BD-835F-3C2D9C3B04A9}" dt="2026-03-10T08:15:49.008" v="5298" actId="166"/>
          <ac:spMkLst>
            <pc:docMk/>
            <pc:sldMk cId="2292917823" sldId="274"/>
            <ac:spMk id="4" creationId="{EC6733E6-4192-C7B1-A7A0-7CEE03D868AC}"/>
          </ac:spMkLst>
        </pc:spChg>
        <pc:spChg chg="mod">
          <ac:chgData name="ashi aida" userId="b99504e7675a6229" providerId="LiveId" clId="{73F97104-D300-49BD-835F-3C2D9C3B04A9}" dt="2026-03-10T08:13:54.810" v="5141" actId="1036"/>
          <ac:spMkLst>
            <pc:docMk/>
            <pc:sldMk cId="2292917823" sldId="274"/>
            <ac:spMk id="6" creationId="{79981A5C-1723-53E3-400A-E090251EB83B}"/>
          </ac:spMkLst>
        </pc:spChg>
        <pc:spChg chg="mod">
          <ac:chgData name="ashi aida" userId="b99504e7675a6229" providerId="LiveId" clId="{73F97104-D300-49BD-835F-3C2D9C3B04A9}" dt="2026-03-10T08:18:52.980" v="5365" actId="1035"/>
          <ac:spMkLst>
            <pc:docMk/>
            <pc:sldMk cId="2292917823" sldId="274"/>
            <ac:spMk id="7" creationId="{9AF834FB-F792-D0A5-75DF-05B4E59ED1A7}"/>
          </ac:spMkLst>
        </pc:spChg>
        <pc:spChg chg="mod">
          <ac:chgData name="ashi aida" userId="b99504e7675a6229" providerId="LiveId" clId="{73F97104-D300-49BD-835F-3C2D9C3B04A9}" dt="2026-03-10T08:19:14.913" v="5366" actId="207"/>
          <ac:spMkLst>
            <pc:docMk/>
            <pc:sldMk cId="2292917823" sldId="274"/>
            <ac:spMk id="8" creationId="{627EE03E-CADE-B3B2-EF48-762CB6ADB82E}"/>
          </ac:spMkLst>
        </pc:spChg>
        <pc:spChg chg="mod">
          <ac:chgData name="ashi aida" userId="b99504e7675a6229" providerId="LiveId" clId="{73F97104-D300-49BD-835F-3C2D9C3B04A9}" dt="2026-03-10T08:19:14.913" v="5366" actId="207"/>
          <ac:spMkLst>
            <pc:docMk/>
            <pc:sldMk cId="2292917823" sldId="274"/>
            <ac:spMk id="9" creationId="{87C88A88-3300-5CE9-66DE-8DD29E884271}"/>
          </ac:spMkLst>
        </pc:spChg>
        <pc:spChg chg="add del mod">
          <ac:chgData name="ashi aida" userId="b99504e7675a6229" providerId="LiveId" clId="{73F97104-D300-49BD-835F-3C2D9C3B04A9}" dt="2026-03-10T08:18:38.212" v="5346" actId="1036"/>
          <ac:spMkLst>
            <pc:docMk/>
            <pc:sldMk cId="2292917823" sldId="274"/>
            <ac:spMk id="11" creationId="{5781DF68-4658-B789-BE27-9EDBDBF80894}"/>
          </ac:spMkLst>
        </pc:spChg>
        <pc:spChg chg="add mod ord">
          <ac:chgData name="ashi aida" userId="b99504e7675a6229" providerId="LiveId" clId="{73F97104-D300-49BD-835F-3C2D9C3B04A9}" dt="2026-03-10T08:22:07.660" v="5367" actId="14861"/>
          <ac:spMkLst>
            <pc:docMk/>
            <pc:sldMk cId="2292917823" sldId="274"/>
            <ac:spMk id="12" creationId="{949B9404-A86F-DDD7-8050-229583412F4E}"/>
          </ac:spMkLst>
        </pc:spChg>
        <pc:spChg chg="add mod">
          <ac:chgData name="ashi aida" userId="b99504e7675a6229" providerId="LiveId" clId="{73F97104-D300-49BD-835F-3C2D9C3B04A9}" dt="2026-03-10T08:22:28.846" v="5369" actId="14861"/>
          <ac:spMkLst>
            <pc:docMk/>
            <pc:sldMk cId="2292917823" sldId="274"/>
            <ac:spMk id="13" creationId="{E880376B-9887-0A8F-BFC6-30C40BC587E5}"/>
          </ac:spMkLst>
        </pc:spChg>
        <pc:spChg chg="add mod">
          <ac:chgData name="ashi aida" userId="b99504e7675a6229" providerId="LiveId" clId="{73F97104-D300-49BD-835F-3C2D9C3B04A9}" dt="2026-03-10T08:15:39.767" v="5296" actId="1036"/>
          <ac:spMkLst>
            <pc:docMk/>
            <pc:sldMk cId="2292917823" sldId="274"/>
            <ac:spMk id="14" creationId="{F20DB783-8D7B-82A1-953B-091DBDF1940A}"/>
          </ac:spMkLst>
        </pc:spChg>
        <pc:spChg chg="add mod">
          <ac:chgData name="ashi aida" userId="b99504e7675a6229" providerId="LiveId" clId="{73F97104-D300-49BD-835F-3C2D9C3B04A9}" dt="2026-03-10T08:19:14.913" v="5366" actId="207"/>
          <ac:spMkLst>
            <pc:docMk/>
            <pc:sldMk cId="2292917823" sldId="274"/>
            <ac:spMk id="15" creationId="{2861466A-6333-FAC3-248E-ACB9C7374C5A}"/>
          </ac:spMkLst>
        </pc:spChg>
        <pc:spChg chg="add mod">
          <ac:chgData name="ashi aida" userId="b99504e7675a6229" providerId="LiveId" clId="{73F97104-D300-49BD-835F-3C2D9C3B04A9}" dt="2026-03-10T08:18:00.391" v="5321" actId="1076"/>
          <ac:spMkLst>
            <pc:docMk/>
            <pc:sldMk cId="2292917823" sldId="274"/>
            <ac:spMk id="16" creationId="{E2843985-9EB1-48AD-5821-F2D3918B7F36}"/>
          </ac:spMkLst>
        </pc:spChg>
        <pc:spChg chg="add mod">
          <ac:chgData name="ashi aida" userId="b99504e7675a6229" providerId="LiveId" clId="{73F97104-D300-49BD-835F-3C2D9C3B04A9}" dt="2026-03-10T08:18:21.412" v="5324" actId="1076"/>
          <ac:spMkLst>
            <pc:docMk/>
            <pc:sldMk cId="2292917823" sldId="274"/>
            <ac:spMk id="17" creationId="{B60BA0D9-346F-1BC7-48E1-D30A870CC31E}"/>
          </ac:spMkLst>
        </pc:spChg>
      </pc:sldChg>
      <pc:sldChg chg="addSp delSp modSp add mod ord modTransition">
        <pc:chgData name="ashi aida" userId="b99504e7675a6229" providerId="LiveId" clId="{73F97104-D300-49BD-835F-3C2D9C3B04A9}" dt="2026-03-11T17:23:13.792" v="9038" actId="14100"/>
        <pc:sldMkLst>
          <pc:docMk/>
          <pc:sldMk cId="2327797041" sldId="275"/>
        </pc:sldMkLst>
        <pc:spChg chg="del mod">
          <ac:chgData name="ashi aida" userId="b99504e7675a6229" providerId="LiveId" clId="{73F97104-D300-49BD-835F-3C2D9C3B04A9}" dt="2026-03-11T17:22:52.629" v="9034" actId="478"/>
          <ac:spMkLst>
            <pc:docMk/>
            <pc:sldMk cId="2327797041" sldId="275"/>
            <ac:spMk id="2" creationId="{A6ECCE55-6178-3383-3DD0-6604FAF83E0F}"/>
          </ac:spMkLst>
        </pc:spChg>
        <pc:spChg chg="mod">
          <ac:chgData name="ashi aida" userId="b99504e7675a6229" providerId="LiveId" clId="{73F97104-D300-49BD-835F-3C2D9C3B04A9}" dt="2026-03-10T08:39:21.487" v="6139" actId="403"/>
          <ac:spMkLst>
            <pc:docMk/>
            <pc:sldMk cId="2327797041" sldId="275"/>
            <ac:spMk id="4" creationId="{E86853C1-D5E1-F7CA-597E-899415750C8F}"/>
          </ac:spMkLst>
        </pc:spChg>
        <pc:spChg chg="mod">
          <ac:chgData name="ashi aida" userId="b99504e7675a6229" providerId="LiveId" clId="{73F97104-D300-49BD-835F-3C2D9C3B04A9}" dt="2026-03-10T08:39:26.837" v="6140" actId="1076"/>
          <ac:spMkLst>
            <pc:docMk/>
            <pc:sldMk cId="2327797041" sldId="275"/>
            <ac:spMk id="5" creationId="{E11EF7F4-540B-C375-2304-5F3A615D6229}"/>
          </ac:spMkLst>
        </pc:spChg>
        <pc:spChg chg="del mod">
          <ac:chgData name="ashi aida" userId="b99504e7675a6229" providerId="LiveId" clId="{73F97104-D300-49BD-835F-3C2D9C3B04A9}" dt="2026-03-10T08:35:51.578" v="6089" actId="478"/>
          <ac:spMkLst>
            <pc:docMk/>
            <pc:sldMk cId="2327797041" sldId="275"/>
            <ac:spMk id="6" creationId="{C1FEE625-9FA1-84BB-F0C6-3107BFBFA809}"/>
          </ac:spMkLst>
        </pc:spChg>
        <pc:spChg chg="del mod">
          <ac:chgData name="ashi aida" userId="b99504e7675a6229" providerId="LiveId" clId="{73F97104-D300-49BD-835F-3C2D9C3B04A9}" dt="2026-03-10T08:35:51.578" v="6089" actId="478"/>
          <ac:spMkLst>
            <pc:docMk/>
            <pc:sldMk cId="2327797041" sldId="275"/>
            <ac:spMk id="7" creationId="{659FEAA7-25CE-861D-75F7-FC9DC51AAE9F}"/>
          </ac:spMkLst>
        </pc:spChg>
        <pc:spChg chg="del mod">
          <ac:chgData name="ashi aida" userId="b99504e7675a6229" providerId="LiveId" clId="{73F97104-D300-49BD-835F-3C2D9C3B04A9}" dt="2026-03-10T08:35:51.578" v="6089" actId="478"/>
          <ac:spMkLst>
            <pc:docMk/>
            <pc:sldMk cId="2327797041" sldId="275"/>
            <ac:spMk id="8" creationId="{33334860-6581-61B7-B855-916261AFC1CE}"/>
          </ac:spMkLst>
        </pc:spChg>
        <pc:spChg chg="del mod">
          <ac:chgData name="ashi aida" userId="b99504e7675a6229" providerId="LiveId" clId="{73F97104-D300-49BD-835F-3C2D9C3B04A9}" dt="2026-03-10T08:35:51.578" v="6089" actId="478"/>
          <ac:spMkLst>
            <pc:docMk/>
            <pc:sldMk cId="2327797041" sldId="275"/>
            <ac:spMk id="9" creationId="{CBBEED49-E3ED-613A-B49C-6211BDFDDED0}"/>
          </ac:spMkLst>
        </pc:spChg>
        <pc:spChg chg="mod">
          <ac:chgData name="ashi aida" userId="b99504e7675a6229" providerId="LiveId" clId="{73F97104-D300-49BD-835F-3C2D9C3B04A9}" dt="2026-03-10T08:28:22.047" v="5838" actId="1038"/>
          <ac:spMkLst>
            <pc:docMk/>
            <pc:sldMk cId="2327797041" sldId="275"/>
            <ac:spMk id="10" creationId="{9ECF5BAC-E89B-0E7B-AB18-2D43BA764088}"/>
          </ac:spMkLst>
        </pc:spChg>
        <pc:spChg chg="del mod">
          <ac:chgData name="ashi aida" userId="b99504e7675a6229" providerId="LiveId" clId="{73F97104-D300-49BD-835F-3C2D9C3B04A9}" dt="2026-03-10T08:35:51.578" v="6089" actId="478"/>
          <ac:spMkLst>
            <pc:docMk/>
            <pc:sldMk cId="2327797041" sldId="275"/>
            <ac:spMk id="11" creationId="{B214EA19-B723-DF82-206D-39B87EBE32F8}"/>
          </ac:spMkLst>
        </pc:spChg>
        <pc:spChg chg="mod">
          <ac:chgData name="ashi aida" userId="b99504e7675a6229" providerId="LiveId" clId="{73F97104-D300-49BD-835F-3C2D9C3B04A9}" dt="2026-03-10T08:30:12.483" v="6019" actId="1036"/>
          <ac:spMkLst>
            <pc:docMk/>
            <pc:sldMk cId="2327797041" sldId="275"/>
            <ac:spMk id="12" creationId="{4C8E53D6-45C8-547C-0496-04DCB39D9A2A}"/>
          </ac:spMkLst>
        </pc:spChg>
        <pc:spChg chg="del mod">
          <ac:chgData name="ashi aida" userId="b99504e7675a6229" providerId="LiveId" clId="{73F97104-D300-49BD-835F-3C2D9C3B04A9}" dt="2026-03-11T17:22:50.777" v="9033" actId="478"/>
          <ac:spMkLst>
            <pc:docMk/>
            <pc:sldMk cId="2327797041" sldId="275"/>
            <ac:spMk id="14" creationId="{290C631F-CB74-2E41-8EAD-4BDAC95F4F6F}"/>
          </ac:spMkLst>
        </pc:spChg>
        <pc:spChg chg="del mod">
          <ac:chgData name="ashi aida" userId="b99504e7675a6229" providerId="LiveId" clId="{73F97104-D300-49BD-835F-3C2D9C3B04A9}" dt="2026-03-10T08:35:51.578" v="6089" actId="478"/>
          <ac:spMkLst>
            <pc:docMk/>
            <pc:sldMk cId="2327797041" sldId="275"/>
            <ac:spMk id="15" creationId="{9821D34D-2653-ED05-934B-CFAEA2F35341}"/>
          </ac:spMkLst>
        </pc:spChg>
        <pc:spChg chg="del mod">
          <ac:chgData name="ashi aida" userId="b99504e7675a6229" providerId="LiveId" clId="{73F97104-D300-49BD-835F-3C2D9C3B04A9}" dt="2026-03-11T17:22:46.345" v="9032" actId="478"/>
          <ac:spMkLst>
            <pc:docMk/>
            <pc:sldMk cId="2327797041" sldId="275"/>
            <ac:spMk id="16" creationId="{67076B8E-5A91-3844-AE06-CBE9F402C284}"/>
          </ac:spMkLst>
        </pc:spChg>
        <pc:spChg chg="mod">
          <ac:chgData name="ashi aida" userId="b99504e7675a6229" providerId="LiveId" clId="{73F97104-D300-49BD-835F-3C2D9C3B04A9}" dt="2026-03-11T17:23:13.792" v="9038" actId="14100"/>
          <ac:spMkLst>
            <pc:docMk/>
            <pc:sldMk cId="2327797041" sldId="275"/>
            <ac:spMk id="17" creationId="{F75FF344-1DA3-5AF9-B537-0E05E6CA389E}"/>
          </ac:spMkLst>
        </pc:spChg>
        <pc:spChg chg="add mod">
          <ac:chgData name="ashi aida" userId="b99504e7675a6229" providerId="LiveId" clId="{73F97104-D300-49BD-835F-3C2D9C3B04A9}" dt="2026-03-10T08:27:45.848" v="5707" actId="571"/>
          <ac:spMkLst>
            <pc:docMk/>
            <pc:sldMk cId="2327797041" sldId="275"/>
            <ac:spMk id="18" creationId="{B822C25D-3FB1-76F1-734E-935B23D3803D}"/>
          </ac:spMkLst>
        </pc:spChg>
        <pc:spChg chg="add del mod">
          <ac:chgData name="ashi aida" userId="b99504e7675a6229" providerId="LiveId" clId="{73F97104-D300-49BD-835F-3C2D9C3B04A9}" dt="2026-03-10T08:36:13.891" v="6093"/>
          <ac:spMkLst>
            <pc:docMk/>
            <pc:sldMk cId="2327797041" sldId="275"/>
            <ac:spMk id="19" creationId="{2A3C8129-4BE4-C7D9-5BDB-F0AD5B0E3C87}"/>
          </ac:spMkLst>
        </pc:spChg>
        <pc:graphicFrameChg chg="add mod modGraphic">
          <ac:chgData name="ashi aida" userId="b99504e7675a6229" providerId="LiveId" clId="{73F97104-D300-49BD-835F-3C2D9C3B04A9}" dt="2026-03-11T15:50:06.141" v="8454"/>
          <ac:graphicFrameMkLst>
            <pc:docMk/>
            <pc:sldMk cId="2327797041" sldId="275"/>
            <ac:graphicFrameMk id="20" creationId="{894591B0-D801-05E0-01BA-6C5024325E78}"/>
          </ac:graphicFrameMkLst>
        </pc:graphicFrameChg>
      </pc:sldChg>
      <pc:sldChg chg="new del">
        <pc:chgData name="ashi aida" userId="b99504e7675a6229" providerId="LiveId" clId="{73F97104-D300-49BD-835F-3C2D9C3B04A9}" dt="2026-03-10T15:17:58.865" v="6143" actId="680"/>
        <pc:sldMkLst>
          <pc:docMk/>
          <pc:sldMk cId="1702690341" sldId="276"/>
        </pc:sldMkLst>
      </pc:sldChg>
      <pc:sldChg chg="addSp delSp modSp add del mod ord modTransition">
        <pc:chgData name="ashi aida" userId="b99504e7675a6229" providerId="LiveId" clId="{73F97104-D300-49BD-835F-3C2D9C3B04A9}" dt="2026-03-11T14:07:56.073" v="7784" actId="2696"/>
        <pc:sldMkLst>
          <pc:docMk/>
          <pc:sldMk cId="4047128167" sldId="276"/>
        </pc:sldMkLst>
        <pc:spChg chg="add del mod">
          <ac:chgData name="ashi aida" userId="b99504e7675a6229" providerId="LiveId" clId="{73F97104-D300-49BD-835F-3C2D9C3B04A9}" dt="2026-03-10T16:58:12.514" v="6538" actId="21"/>
          <ac:spMkLst>
            <pc:docMk/>
            <pc:sldMk cId="4047128167" sldId="276"/>
            <ac:spMk id="2" creationId="{D67872C1-0F4D-44E4-64D7-00F8E0299554}"/>
          </ac:spMkLst>
        </pc:spChg>
        <pc:spChg chg="mod">
          <ac:chgData name="ashi aida" userId="b99504e7675a6229" providerId="LiveId" clId="{73F97104-D300-49BD-835F-3C2D9C3B04A9}" dt="2026-03-10T15:22:22.658" v="6193" actId="404"/>
          <ac:spMkLst>
            <pc:docMk/>
            <pc:sldMk cId="4047128167" sldId="276"/>
            <ac:spMk id="9" creationId="{CBD68085-AC93-1D39-5401-E76D4202711C}"/>
          </ac:spMkLst>
        </pc:spChg>
        <pc:spChg chg="mod">
          <ac:chgData name="ashi aida" userId="b99504e7675a6229" providerId="LiveId" clId="{73F97104-D300-49BD-835F-3C2D9C3B04A9}" dt="2026-03-10T15:28:41.109" v="6288" actId="20577"/>
          <ac:spMkLst>
            <pc:docMk/>
            <pc:sldMk cId="4047128167" sldId="276"/>
            <ac:spMk id="12" creationId="{599CA208-1C06-0527-D273-EE523F00EEFE}"/>
          </ac:spMkLst>
        </pc:spChg>
      </pc:sldChg>
      <pc:sldChg chg="addSp delSp modSp add mod ord modTransition">
        <pc:chgData name="ashi aida" userId="b99504e7675a6229" providerId="LiveId" clId="{73F97104-D300-49BD-835F-3C2D9C3B04A9}" dt="2026-03-11T16:44:57.955" v="8873" actId="167"/>
        <pc:sldMkLst>
          <pc:docMk/>
          <pc:sldMk cId="3649439303" sldId="277"/>
        </pc:sldMkLst>
        <pc:spChg chg="add mod ord">
          <ac:chgData name="ashi aida" userId="b99504e7675a6229" providerId="LiveId" clId="{73F97104-D300-49BD-835F-3C2D9C3B04A9}" dt="2026-03-11T16:44:57.955" v="8873" actId="167"/>
          <ac:spMkLst>
            <pc:docMk/>
            <pc:sldMk cId="3649439303" sldId="277"/>
            <ac:spMk id="3" creationId="{9A128AAC-B1E2-85F7-C33E-14BE89A6AB1C}"/>
          </ac:spMkLst>
        </pc:spChg>
        <pc:spChg chg="del mod topLvl">
          <ac:chgData name="ashi aida" userId="b99504e7675a6229" providerId="LiveId" clId="{73F97104-D300-49BD-835F-3C2D9C3B04A9}" dt="2026-03-11T16:44:19.780" v="8868" actId="478"/>
          <ac:spMkLst>
            <pc:docMk/>
            <pc:sldMk cId="3649439303" sldId="277"/>
            <ac:spMk id="8" creationId="{954F64B6-E434-14CF-C765-F2F742B0D905}"/>
          </ac:spMkLst>
        </pc:spChg>
        <pc:spChg chg="mod topLvl">
          <ac:chgData name="ashi aida" userId="b99504e7675a6229" providerId="LiveId" clId="{73F97104-D300-49BD-835F-3C2D9C3B04A9}" dt="2026-03-11T16:44:12.439" v="8867" actId="165"/>
          <ac:spMkLst>
            <pc:docMk/>
            <pc:sldMk cId="3649439303" sldId="277"/>
            <ac:spMk id="9" creationId="{EF10D11F-D150-45B9-0137-13456CBDC7F8}"/>
          </ac:spMkLst>
        </pc:spChg>
        <pc:spChg chg="add del mod">
          <ac:chgData name="ashi aida" userId="b99504e7675a6229" providerId="LiveId" clId="{73F97104-D300-49BD-835F-3C2D9C3B04A9}" dt="2026-03-10T15:33:57.988" v="6452" actId="15"/>
          <ac:spMkLst>
            <pc:docMk/>
            <pc:sldMk cId="3649439303" sldId="277"/>
            <ac:spMk id="12" creationId="{243E496B-3A89-84A1-6E9D-06CB2ADFBFE0}"/>
          </ac:spMkLst>
        </pc:spChg>
        <pc:grpChg chg="add del mod">
          <ac:chgData name="ashi aida" userId="b99504e7675a6229" providerId="LiveId" clId="{73F97104-D300-49BD-835F-3C2D9C3B04A9}" dt="2026-03-11T16:44:12.439" v="8867" actId="165"/>
          <ac:grpSpMkLst>
            <pc:docMk/>
            <pc:sldMk cId="3649439303" sldId="277"/>
            <ac:grpSpMk id="2" creationId="{BB32CE13-B9DA-1738-59FD-41202E7D9FE1}"/>
          </ac:grpSpMkLst>
        </pc:grpChg>
      </pc:sldChg>
      <pc:sldChg chg="addSp delSp modSp add mod ord modTransition">
        <pc:chgData name="ashi aida" userId="b99504e7675a6229" providerId="LiveId" clId="{73F97104-D300-49BD-835F-3C2D9C3B04A9}" dt="2026-03-11T16:25:45.782" v="8792" actId="167"/>
        <pc:sldMkLst>
          <pc:docMk/>
          <pc:sldMk cId="1976390747" sldId="278"/>
        </pc:sldMkLst>
        <pc:spChg chg="add mod ord">
          <ac:chgData name="ashi aida" userId="b99504e7675a6229" providerId="LiveId" clId="{73F97104-D300-49BD-835F-3C2D9C3B04A9}" dt="2026-03-11T16:25:45.782" v="8792" actId="167"/>
          <ac:spMkLst>
            <pc:docMk/>
            <pc:sldMk cId="1976390747" sldId="278"/>
            <ac:spMk id="3" creationId="{C8DDD07A-D704-375B-46D6-3E0D0CC9BD94}"/>
          </ac:spMkLst>
        </pc:spChg>
        <pc:spChg chg="del mod topLvl">
          <ac:chgData name="ashi aida" userId="b99504e7675a6229" providerId="LiveId" clId="{73F97104-D300-49BD-835F-3C2D9C3B04A9}" dt="2026-03-11T16:25:09.256" v="8787" actId="478"/>
          <ac:spMkLst>
            <pc:docMk/>
            <pc:sldMk cId="1976390747" sldId="278"/>
            <ac:spMk id="8" creationId="{C4A684D0-7839-8CE6-30CC-A5E03DA8A142}"/>
          </ac:spMkLst>
        </pc:spChg>
        <pc:spChg chg="mod topLvl">
          <ac:chgData name="ashi aida" userId="b99504e7675a6229" providerId="LiveId" clId="{73F97104-D300-49BD-835F-3C2D9C3B04A9}" dt="2026-03-11T16:25:03.682" v="8786" actId="165"/>
          <ac:spMkLst>
            <pc:docMk/>
            <pc:sldMk cId="1976390747" sldId="278"/>
            <ac:spMk id="9" creationId="{426F5B8E-B6D0-2127-0778-E5360D2B33C0}"/>
          </ac:spMkLst>
        </pc:spChg>
        <pc:spChg chg="mod">
          <ac:chgData name="ashi aida" userId="b99504e7675a6229" providerId="LiveId" clId="{73F97104-D300-49BD-835F-3C2D9C3B04A9}" dt="2026-03-10T17:18:31.019" v="6645" actId="1076"/>
          <ac:spMkLst>
            <pc:docMk/>
            <pc:sldMk cId="1976390747" sldId="278"/>
            <ac:spMk id="12" creationId="{FE0FACCA-B49E-2890-6EC0-F251F9AD37A5}"/>
          </ac:spMkLst>
        </pc:spChg>
        <pc:grpChg chg="add del mod">
          <ac:chgData name="ashi aida" userId="b99504e7675a6229" providerId="LiveId" clId="{73F97104-D300-49BD-835F-3C2D9C3B04A9}" dt="2026-03-11T16:25:03.682" v="8786" actId="165"/>
          <ac:grpSpMkLst>
            <pc:docMk/>
            <pc:sldMk cId="1976390747" sldId="278"/>
            <ac:grpSpMk id="2" creationId="{E690F86D-9863-8EB1-274A-9FD8BF6085DD}"/>
          </ac:grpSpMkLst>
        </pc:grpChg>
      </pc:sldChg>
      <pc:sldChg chg="add del">
        <pc:chgData name="ashi aida" userId="b99504e7675a6229" providerId="LiveId" clId="{73F97104-D300-49BD-835F-3C2D9C3B04A9}" dt="2026-03-10T17:17:38.586" v="6630" actId="47"/>
        <pc:sldMkLst>
          <pc:docMk/>
          <pc:sldMk cId="3510971328" sldId="279"/>
        </pc:sldMkLst>
      </pc:sldChg>
      <pc:sldChg chg="addSp delSp modSp add mod ord modTransition">
        <pc:chgData name="ashi aida" userId="b99504e7675a6229" providerId="LiveId" clId="{73F97104-D300-49BD-835F-3C2D9C3B04A9}" dt="2026-03-11T16:26:52.646" v="8799" actId="14100"/>
        <pc:sldMkLst>
          <pc:docMk/>
          <pc:sldMk cId="4262629133" sldId="279"/>
        </pc:sldMkLst>
        <pc:spChg chg="add mod ord">
          <ac:chgData name="ashi aida" userId="b99504e7675a6229" providerId="LiveId" clId="{73F97104-D300-49BD-835F-3C2D9C3B04A9}" dt="2026-03-11T16:26:52.646" v="8799" actId="14100"/>
          <ac:spMkLst>
            <pc:docMk/>
            <pc:sldMk cId="4262629133" sldId="279"/>
            <ac:spMk id="2" creationId="{7354B448-4663-D656-D0C4-1CF765A1E65C}"/>
          </ac:spMkLst>
        </pc:spChg>
        <pc:spChg chg="del">
          <ac:chgData name="ashi aida" userId="b99504e7675a6229" providerId="LiveId" clId="{73F97104-D300-49BD-835F-3C2D9C3B04A9}" dt="2026-03-11T16:26:27.611" v="8793" actId="478"/>
          <ac:spMkLst>
            <pc:docMk/>
            <pc:sldMk cId="4262629133" sldId="279"/>
            <ac:spMk id="8" creationId="{4E8AD653-69CF-1B2D-49D5-69CFA9E3B8A4}"/>
          </ac:spMkLst>
        </pc:spChg>
      </pc:sldChg>
      <pc:sldChg chg="addSp delSp modSp add mod ord modTransition">
        <pc:chgData name="ashi aida" userId="b99504e7675a6229" providerId="LiveId" clId="{73F97104-D300-49BD-835F-3C2D9C3B04A9}" dt="2026-03-11T17:22:07.934" v="9031" actId="1037"/>
        <pc:sldMkLst>
          <pc:docMk/>
          <pc:sldMk cId="2196342164" sldId="280"/>
        </pc:sldMkLst>
        <pc:spChg chg="mod">
          <ac:chgData name="ashi aida" userId="b99504e7675a6229" providerId="LiveId" clId="{73F97104-D300-49BD-835F-3C2D9C3B04A9}" dt="2026-03-11T04:08:05.962" v="6755" actId="164"/>
          <ac:spMkLst>
            <pc:docMk/>
            <pc:sldMk cId="2196342164" sldId="280"/>
            <ac:spMk id="2" creationId="{A4AAC4AB-679F-EA7E-90E6-C1E15D17A0B3}"/>
          </ac:spMkLst>
        </pc:spChg>
        <pc:spChg chg="mod">
          <ac:chgData name="ashi aida" userId="b99504e7675a6229" providerId="LiveId" clId="{73F97104-D300-49BD-835F-3C2D9C3B04A9}" dt="2026-03-11T04:07:14.678" v="6703" actId="404"/>
          <ac:spMkLst>
            <pc:docMk/>
            <pc:sldMk cId="2196342164" sldId="280"/>
            <ac:spMk id="4" creationId="{C266C858-EF7F-290C-02D4-9FAD2DCA5975}"/>
          </ac:spMkLst>
        </pc:spChg>
        <pc:spChg chg="mod">
          <ac:chgData name="ashi aida" userId="b99504e7675a6229" providerId="LiveId" clId="{73F97104-D300-49BD-835F-3C2D9C3B04A9}" dt="2026-03-11T08:26:46.356" v="7127" actId="207"/>
          <ac:spMkLst>
            <pc:docMk/>
            <pc:sldMk cId="2196342164" sldId="280"/>
            <ac:spMk id="5" creationId="{9552C943-F4E0-503B-E9D5-51BFA83D8FB5}"/>
          </ac:spMkLst>
        </pc:spChg>
        <pc:spChg chg="mod">
          <ac:chgData name="ashi aida" userId="b99504e7675a6229" providerId="LiveId" clId="{73F97104-D300-49BD-835F-3C2D9C3B04A9}" dt="2026-03-11T08:26:10.980" v="7123" actId="1035"/>
          <ac:spMkLst>
            <pc:docMk/>
            <pc:sldMk cId="2196342164" sldId="280"/>
            <ac:spMk id="6" creationId="{46C97244-202C-F130-019C-FF21DBA2C62E}"/>
          </ac:spMkLst>
        </pc:spChg>
        <pc:spChg chg="mod">
          <ac:chgData name="ashi aida" userId="b99504e7675a6229" providerId="LiveId" clId="{73F97104-D300-49BD-835F-3C2D9C3B04A9}" dt="2026-03-11T08:26:10.980" v="7123" actId="1035"/>
          <ac:spMkLst>
            <pc:docMk/>
            <pc:sldMk cId="2196342164" sldId="280"/>
            <ac:spMk id="7" creationId="{2E1FCDAB-3B92-8477-FCCA-49F498F981B9}"/>
          </ac:spMkLst>
        </pc:spChg>
        <pc:spChg chg="mod">
          <ac:chgData name="ashi aida" userId="b99504e7675a6229" providerId="LiveId" clId="{73F97104-D300-49BD-835F-3C2D9C3B04A9}" dt="2026-03-11T08:26:10.980" v="7123" actId="1035"/>
          <ac:spMkLst>
            <pc:docMk/>
            <pc:sldMk cId="2196342164" sldId="280"/>
            <ac:spMk id="8" creationId="{AA94FE3E-C3BB-303C-6FE9-F16F42C323C2}"/>
          </ac:spMkLst>
        </pc:spChg>
        <pc:spChg chg="mod">
          <ac:chgData name="ashi aida" userId="b99504e7675a6229" providerId="LiveId" clId="{73F97104-D300-49BD-835F-3C2D9C3B04A9}" dt="2026-03-11T08:26:10.980" v="7123" actId="1035"/>
          <ac:spMkLst>
            <pc:docMk/>
            <pc:sldMk cId="2196342164" sldId="280"/>
            <ac:spMk id="9" creationId="{0A9A6BE9-1031-AFB7-77B7-C19E39CF9967}"/>
          </ac:spMkLst>
        </pc:spChg>
        <pc:spChg chg="mod">
          <ac:chgData name="ashi aida" userId="b99504e7675a6229" providerId="LiveId" clId="{73F97104-D300-49BD-835F-3C2D9C3B04A9}" dt="2026-03-11T04:08:05.962" v="6755" actId="164"/>
          <ac:spMkLst>
            <pc:docMk/>
            <pc:sldMk cId="2196342164" sldId="280"/>
            <ac:spMk id="10" creationId="{393F9050-E6F4-5E24-071A-8F13943142A5}"/>
          </ac:spMkLst>
        </pc:spChg>
        <pc:spChg chg="mod">
          <ac:chgData name="ashi aida" userId="b99504e7675a6229" providerId="LiveId" clId="{73F97104-D300-49BD-835F-3C2D9C3B04A9}" dt="2026-03-11T08:26:10.980" v="7123" actId="1035"/>
          <ac:spMkLst>
            <pc:docMk/>
            <pc:sldMk cId="2196342164" sldId="280"/>
            <ac:spMk id="11" creationId="{96B655D8-A926-5F68-3FF2-4BB054D2350F}"/>
          </ac:spMkLst>
        </pc:spChg>
        <pc:spChg chg="del">
          <ac:chgData name="ashi aida" userId="b99504e7675a6229" providerId="LiveId" clId="{73F97104-D300-49BD-835F-3C2D9C3B04A9}" dt="2026-03-11T17:21:04.505" v="8989" actId="478"/>
          <ac:spMkLst>
            <pc:docMk/>
            <pc:sldMk cId="2196342164" sldId="280"/>
            <ac:spMk id="12" creationId="{4ED9B3B8-AA58-26DE-00FE-1FB60165D6B0}"/>
          </ac:spMkLst>
        </pc:spChg>
        <pc:spChg chg="del">
          <ac:chgData name="ashi aida" userId="b99504e7675a6229" providerId="LiveId" clId="{73F97104-D300-49BD-835F-3C2D9C3B04A9}" dt="2026-03-11T17:20:58.426" v="8988" actId="478"/>
          <ac:spMkLst>
            <pc:docMk/>
            <pc:sldMk cId="2196342164" sldId="280"/>
            <ac:spMk id="13" creationId="{1633651B-7403-B193-DD49-2250B25F44B0}"/>
          </ac:spMkLst>
        </pc:spChg>
        <pc:spChg chg="mod">
          <ac:chgData name="ashi aida" userId="b99504e7675a6229" providerId="LiveId" clId="{73F97104-D300-49BD-835F-3C2D9C3B04A9}" dt="2026-03-11T04:08:05.962" v="6755" actId="164"/>
          <ac:spMkLst>
            <pc:docMk/>
            <pc:sldMk cId="2196342164" sldId="280"/>
            <ac:spMk id="14" creationId="{4EECDB2F-1E41-F60C-36EE-5720FA53085D}"/>
          </ac:spMkLst>
        </pc:spChg>
        <pc:spChg chg="mod">
          <ac:chgData name="ashi aida" userId="b99504e7675a6229" providerId="LiveId" clId="{73F97104-D300-49BD-835F-3C2D9C3B04A9}" dt="2026-03-11T08:26:10.980" v="7123" actId="1035"/>
          <ac:spMkLst>
            <pc:docMk/>
            <pc:sldMk cId="2196342164" sldId="280"/>
            <ac:spMk id="15" creationId="{D1A9673F-FAF0-48DA-8476-1A9DDB7B65B9}"/>
          </ac:spMkLst>
        </pc:spChg>
        <pc:spChg chg="mod">
          <ac:chgData name="ashi aida" userId="b99504e7675a6229" providerId="LiveId" clId="{73F97104-D300-49BD-835F-3C2D9C3B04A9}" dt="2026-03-11T04:08:05.962" v="6755" actId="164"/>
          <ac:spMkLst>
            <pc:docMk/>
            <pc:sldMk cId="2196342164" sldId="280"/>
            <ac:spMk id="16" creationId="{CE7F1E97-BD25-16EE-6498-2008A2985793}"/>
          </ac:spMkLst>
        </pc:spChg>
        <pc:spChg chg="del">
          <ac:chgData name="ashi aida" userId="b99504e7675a6229" providerId="LiveId" clId="{73F97104-D300-49BD-835F-3C2D9C3B04A9}" dt="2026-03-11T17:20:55.102" v="8987" actId="478"/>
          <ac:spMkLst>
            <pc:docMk/>
            <pc:sldMk cId="2196342164" sldId="280"/>
            <ac:spMk id="17" creationId="{87BD05B8-0ED8-7B66-A173-5303B9B6140D}"/>
          </ac:spMkLst>
        </pc:spChg>
        <pc:spChg chg="add mod">
          <ac:chgData name="ashi aida" userId="b99504e7675a6229" providerId="LiveId" clId="{73F97104-D300-49BD-835F-3C2D9C3B04A9}" dt="2026-03-11T08:25:20.001" v="7092" actId="207"/>
          <ac:spMkLst>
            <pc:docMk/>
            <pc:sldMk cId="2196342164" sldId="280"/>
            <ac:spMk id="20" creationId="{EFDC1A10-6FCA-14B4-F43B-0043B1E72C12}"/>
          </ac:spMkLst>
        </pc:spChg>
        <pc:spChg chg="add mod">
          <ac:chgData name="ashi aida" userId="b99504e7675a6229" providerId="LiveId" clId="{73F97104-D300-49BD-835F-3C2D9C3B04A9}" dt="2026-03-11T08:25:32.199" v="7094" actId="15"/>
          <ac:spMkLst>
            <pc:docMk/>
            <pc:sldMk cId="2196342164" sldId="280"/>
            <ac:spMk id="21" creationId="{D4EB14ED-BC4D-35F2-9357-F33FA1270F4A}"/>
          </ac:spMkLst>
        </pc:spChg>
        <pc:spChg chg="add mod ord">
          <ac:chgData name="ashi aida" userId="b99504e7675a6229" providerId="LiveId" clId="{73F97104-D300-49BD-835F-3C2D9C3B04A9}" dt="2026-03-11T17:20:48.867" v="8986" actId="14100"/>
          <ac:spMkLst>
            <pc:docMk/>
            <pc:sldMk cId="2196342164" sldId="280"/>
            <ac:spMk id="22" creationId="{3137030D-0AFD-E3C3-E273-B01A2D2FA7D6}"/>
          </ac:spMkLst>
        </pc:spChg>
        <pc:spChg chg="add mod">
          <ac:chgData name="ashi aida" userId="b99504e7675a6229" providerId="LiveId" clId="{73F97104-D300-49BD-835F-3C2D9C3B04A9}" dt="2026-03-11T17:22:07.934" v="9031" actId="1037"/>
          <ac:spMkLst>
            <pc:docMk/>
            <pc:sldMk cId="2196342164" sldId="280"/>
            <ac:spMk id="23" creationId="{B1FCBD30-35E6-C6F1-C40A-53518BB195EA}"/>
          </ac:spMkLst>
        </pc:spChg>
        <pc:grpChg chg="add mod">
          <ac:chgData name="ashi aida" userId="b99504e7675a6229" providerId="LiveId" clId="{73F97104-D300-49BD-835F-3C2D9C3B04A9}" dt="2026-03-11T08:24:56.476" v="7090"/>
          <ac:grpSpMkLst>
            <pc:docMk/>
            <pc:sldMk cId="2196342164" sldId="280"/>
            <ac:grpSpMk id="18" creationId="{E109ECA8-E0B2-24E3-D54C-F868211D0521}"/>
          </ac:grpSpMkLst>
        </pc:grpChg>
        <pc:grpChg chg="add del mod">
          <ac:chgData name="ashi aida" userId="b99504e7675a6229" providerId="LiveId" clId="{73F97104-D300-49BD-835F-3C2D9C3B04A9}" dt="2026-03-11T17:17:55.582" v="8888" actId="478"/>
          <ac:grpSpMkLst>
            <pc:docMk/>
            <pc:sldMk cId="2196342164" sldId="280"/>
            <ac:grpSpMk id="19" creationId="{A3125277-90AA-69A0-28A8-018B68BF82F8}"/>
          </ac:grpSpMkLst>
        </pc:grpChg>
      </pc:sldChg>
      <pc:sldChg chg="addSp delSp modSp add mod modTransition">
        <pc:chgData name="ashi aida" userId="b99504e7675a6229" providerId="LiveId" clId="{73F97104-D300-49BD-835F-3C2D9C3B04A9}" dt="2026-03-11T15:26:29.748" v="7991" actId="1037"/>
        <pc:sldMkLst>
          <pc:docMk/>
          <pc:sldMk cId="1594757124" sldId="281"/>
        </pc:sldMkLst>
        <pc:spChg chg="add mod ord">
          <ac:chgData name="ashi aida" userId="b99504e7675a6229" providerId="LiveId" clId="{73F97104-D300-49BD-835F-3C2D9C3B04A9}" dt="2026-03-11T15:26:13.144" v="7828" actId="164"/>
          <ac:spMkLst>
            <pc:docMk/>
            <pc:sldMk cId="1594757124" sldId="281"/>
            <ac:spMk id="2" creationId="{B5AD405D-910C-7074-5368-325F69785CCF}"/>
          </ac:spMkLst>
        </pc:spChg>
        <pc:spChg chg="mod">
          <ac:chgData name="ashi aida" userId="b99504e7675a6229" providerId="LiveId" clId="{73F97104-D300-49BD-835F-3C2D9C3B04A9}" dt="2026-03-11T15:26:29.748" v="7991" actId="1037"/>
          <ac:spMkLst>
            <pc:docMk/>
            <pc:sldMk cId="1594757124" sldId="281"/>
            <ac:spMk id="3" creationId="{3E628416-43B0-7C6C-0C39-99111A6758ED}"/>
          </ac:spMkLst>
        </pc:spChg>
        <pc:spChg chg="del">
          <ac:chgData name="ashi aida" userId="b99504e7675a6229" providerId="LiveId" clId="{73F97104-D300-49BD-835F-3C2D9C3B04A9}" dt="2026-03-11T15:24:16.080" v="7821" actId="478"/>
          <ac:spMkLst>
            <pc:docMk/>
            <pc:sldMk cId="1594757124" sldId="281"/>
            <ac:spMk id="4" creationId="{23BD85DA-8D67-107B-E578-4D0781698EE4}"/>
          </ac:spMkLst>
        </pc:spChg>
        <pc:spChg chg="mod">
          <ac:chgData name="ashi aida" userId="b99504e7675a6229" providerId="LiveId" clId="{73F97104-D300-49BD-835F-3C2D9C3B04A9}" dt="2026-03-11T15:26:13.144" v="7828" actId="164"/>
          <ac:spMkLst>
            <pc:docMk/>
            <pc:sldMk cId="1594757124" sldId="281"/>
            <ac:spMk id="6" creationId="{228E31A1-A112-9694-3A36-99464870AF63}"/>
          </ac:spMkLst>
        </pc:spChg>
        <pc:grpChg chg="add mod">
          <ac:chgData name="ashi aida" userId="b99504e7675a6229" providerId="LiveId" clId="{73F97104-D300-49BD-835F-3C2D9C3B04A9}" dt="2026-03-11T15:26:18.617" v="7917" actId="1037"/>
          <ac:grpSpMkLst>
            <pc:docMk/>
            <pc:sldMk cId="1594757124" sldId="281"/>
            <ac:grpSpMk id="5" creationId="{D305E3A8-DA41-A550-76F4-9434D127687E}"/>
          </ac:grpSpMkLst>
        </pc:grpChg>
      </pc:sldChg>
      <pc:sldChg chg="addSp delSp modSp add mod modTransition">
        <pc:chgData name="ashi aida" userId="b99504e7675a6229" providerId="LiveId" clId="{73F97104-D300-49BD-835F-3C2D9C3B04A9}" dt="2026-03-11T17:30:29.899" v="9061" actId="164"/>
        <pc:sldMkLst>
          <pc:docMk/>
          <pc:sldMk cId="316167264" sldId="282"/>
        </pc:sldMkLst>
        <pc:spChg chg="add mod ord">
          <ac:chgData name="ashi aida" userId="b99504e7675a6229" providerId="LiveId" clId="{73F97104-D300-49BD-835F-3C2D9C3B04A9}" dt="2026-03-11T17:30:29.899" v="9061" actId="164"/>
          <ac:spMkLst>
            <pc:docMk/>
            <pc:sldMk cId="316167264" sldId="282"/>
            <ac:spMk id="3" creationId="{91EFD567-A2D3-0C44-2C21-3C7EF336811B}"/>
          </ac:spMkLst>
        </pc:spChg>
        <pc:spChg chg="del mod topLvl">
          <ac:chgData name="ashi aida" userId="b99504e7675a6229" providerId="LiveId" clId="{73F97104-D300-49BD-835F-3C2D9C3B04A9}" dt="2026-03-11T14:10:07.511" v="7804" actId="478"/>
          <ac:spMkLst>
            <pc:docMk/>
            <pc:sldMk cId="316167264" sldId="282"/>
            <ac:spMk id="8" creationId="{BB12DC6E-D53E-2FDB-9843-0D8A24C0FAAA}"/>
          </ac:spMkLst>
        </pc:spChg>
        <pc:spChg chg="mod topLvl">
          <ac:chgData name="ashi aida" userId="b99504e7675a6229" providerId="LiveId" clId="{73F97104-D300-49BD-835F-3C2D9C3B04A9}" dt="2026-03-11T17:30:29.899" v="9061" actId="164"/>
          <ac:spMkLst>
            <pc:docMk/>
            <pc:sldMk cId="316167264" sldId="282"/>
            <ac:spMk id="9" creationId="{3AC98592-6290-6EB5-4516-C69B39FA0E3D}"/>
          </ac:spMkLst>
        </pc:spChg>
        <pc:spChg chg="mod">
          <ac:chgData name="ashi aida" userId="b99504e7675a6229" providerId="LiveId" clId="{73F97104-D300-49BD-835F-3C2D9C3B04A9}" dt="2026-03-11T13:19:55.834" v="7283" actId="20577"/>
          <ac:spMkLst>
            <pc:docMk/>
            <pc:sldMk cId="316167264" sldId="282"/>
            <ac:spMk id="12" creationId="{0C53AF09-D3CE-2D38-360E-B5D16F2C6C43}"/>
          </ac:spMkLst>
        </pc:spChg>
        <pc:grpChg chg="add mod">
          <ac:chgData name="ashi aida" userId="b99504e7675a6229" providerId="LiveId" clId="{73F97104-D300-49BD-835F-3C2D9C3B04A9}" dt="2026-03-11T17:30:29.899" v="9061" actId="164"/>
          <ac:grpSpMkLst>
            <pc:docMk/>
            <pc:sldMk cId="316167264" sldId="282"/>
            <ac:grpSpMk id="2" creationId="{91054624-D4A9-38AE-6423-14A8D8209A1B}"/>
          </ac:grpSpMkLst>
        </pc:grpChg>
        <pc:grpChg chg="add del mod">
          <ac:chgData name="ashi aida" userId="b99504e7675a6229" providerId="LiveId" clId="{73F97104-D300-49BD-835F-3C2D9C3B04A9}" dt="2026-03-11T14:10:03.154" v="7803" actId="165"/>
          <ac:grpSpMkLst>
            <pc:docMk/>
            <pc:sldMk cId="316167264" sldId="282"/>
            <ac:grpSpMk id="2" creationId="{FFAB6D63-C8AD-250F-02BE-4BC4BBDF2977}"/>
          </ac:grpSpMkLst>
        </pc:grpChg>
      </pc:sldChg>
      <pc:sldChg chg="addSp delSp modSp add mod ord modTransition modNotesTx">
        <pc:chgData name="ashi aida" userId="b99504e7675a6229" providerId="LiveId" clId="{73F97104-D300-49BD-835F-3C2D9C3B04A9}" dt="2026-03-11T16:34:04.171" v="8806" actId="165"/>
        <pc:sldMkLst>
          <pc:docMk/>
          <pc:sldMk cId="1815201819" sldId="283"/>
        </pc:sldMkLst>
        <pc:spChg chg="mod topLvl">
          <ac:chgData name="ashi aida" userId="b99504e7675a6229" providerId="LiveId" clId="{73F97104-D300-49BD-835F-3C2D9C3B04A9}" dt="2026-03-11T16:34:04.171" v="8806" actId="165"/>
          <ac:spMkLst>
            <pc:docMk/>
            <pc:sldMk cId="1815201819" sldId="283"/>
            <ac:spMk id="2" creationId="{13A20B21-D123-D767-C400-12EAE766ED35}"/>
          </ac:spMkLst>
        </pc:spChg>
        <pc:spChg chg="mod">
          <ac:chgData name="ashi aida" userId="b99504e7675a6229" providerId="LiveId" clId="{73F97104-D300-49BD-835F-3C2D9C3B04A9}" dt="2026-03-11T16:19:20.283" v="8525" actId="164"/>
          <ac:spMkLst>
            <pc:docMk/>
            <pc:sldMk cId="1815201819" sldId="283"/>
            <ac:spMk id="4" creationId="{8FF85322-7036-1665-37AA-0A944C11E556}"/>
          </ac:spMkLst>
        </pc:spChg>
        <pc:spChg chg="mod">
          <ac:chgData name="ashi aida" userId="b99504e7675a6229" providerId="LiveId" clId="{73F97104-D300-49BD-835F-3C2D9C3B04A9}" dt="2026-03-11T16:19:20.283" v="8525" actId="164"/>
          <ac:spMkLst>
            <pc:docMk/>
            <pc:sldMk cId="1815201819" sldId="283"/>
            <ac:spMk id="5" creationId="{CD60927B-62C6-6F70-B7DB-BF3D648A14A4}"/>
          </ac:spMkLst>
        </pc:spChg>
        <pc:spChg chg="del">
          <ac:chgData name="ashi aida" userId="b99504e7675a6229" providerId="LiveId" clId="{73F97104-D300-49BD-835F-3C2D9C3B04A9}" dt="2026-03-11T13:22:47.968" v="7285" actId="478"/>
          <ac:spMkLst>
            <pc:docMk/>
            <pc:sldMk cId="1815201819" sldId="283"/>
            <ac:spMk id="6" creationId="{730DF8FC-D406-F6E8-B2B4-2365DB308CE0}"/>
          </ac:spMkLst>
        </pc:spChg>
        <pc:spChg chg="del">
          <ac:chgData name="ashi aida" userId="b99504e7675a6229" providerId="LiveId" clId="{73F97104-D300-49BD-835F-3C2D9C3B04A9}" dt="2026-03-11T13:22:51.026" v="7286" actId="478"/>
          <ac:spMkLst>
            <pc:docMk/>
            <pc:sldMk cId="1815201819" sldId="283"/>
            <ac:spMk id="7" creationId="{D0400601-825E-7000-48AC-8AF75B2F6234}"/>
          </ac:spMkLst>
        </pc:spChg>
        <pc:spChg chg="del">
          <ac:chgData name="ashi aida" userId="b99504e7675a6229" providerId="LiveId" clId="{73F97104-D300-49BD-835F-3C2D9C3B04A9}" dt="2026-03-11T13:22:47.968" v="7285" actId="478"/>
          <ac:spMkLst>
            <pc:docMk/>
            <pc:sldMk cId="1815201819" sldId="283"/>
            <ac:spMk id="8" creationId="{56F56877-6757-3317-49C1-E816E1B03598}"/>
          </ac:spMkLst>
        </pc:spChg>
        <pc:spChg chg="del">
          <ac:chgData name="ashi aida" userId="b99504e7675a6229" providerId="LiveId" clId="{73F97104-D300-49BD-835F-3C2D9C3B04A9}" dt="2026-03-11T13:22:47.968" v="7285" actId="478"/>
          <ac:spMkLst>
            <pc:docMk/>
            <pc:sldMk cId="1815201819" sldId="283"/>
            <ac:spMk id="9" creationId="{F7FFA5BE-087C-0912-074D-E59D62F39F64}"/>
          </ac:spMkLst>
        </pc:spChg>
        <pc:spChg chg="mod topLvl">
          <ac:chgData name="ashi aida" userId="b99504e7675a6229" providerId="LiveId" clId="{73F97104-D300-49BD-835F-3C2D9C3B04A9}" dt="2026-03-11T16:34:04.171" v="8806" actId="165"/>
          <ac:spMkLst>
            <pc:docMk/>
            <pc:sldMk cId="1815201819" sldId="283"/>
            <ac:spMk id="10" creationId="{A58BF9C7-3302-9189-E415-15DF1742EA75}"/>
          </ac:spMkLst>
        </pc:spChg>
        <pc:spChg chg="del">
          <ac:chgData name="ashi aida" userId="b99504e7675a6229" providerId="LiveId" clId="{73F97104-D300-49BD-835F-3C2D9C3B04A9}" dt="2026-03-11T13:22:47.968" v="7285" actId="478"/>
          <ac:spMkLst>
            <pc:docMk/>
            <pc:sldMk cId="1815201819" sldId="283"/>
            <ac:spMk id="11" creationId="{674A67E7-19AA-BDBF-09DF-F4B8D38FF0F6}"/>
          </ac:spMkLst>
        </pc:spChg>
        <pc:spChg chg="mod">
          <ac:chgData name="ashi aida" userId="b99504e7675a6229" providerId="LiveId" clId="{73F97104-D300-49BD-835F-3C2D9C3B04A9}" dt="2026-03-11T16:19:46.207" v="8670" actId="1076"/>
          <ac:spMkLst>
            <pc:docMk/>
            <pc:sldMk cId="1815201819" sldId="283"/>
            <ac:spMk id="12" creationId="{78535338-4009-CF1A-4629-442296C34C2C}"/>
          </ac:spMkLst>
        </pc:spChg>
        <pc:spChg chg="mod topLvl">
          <ac:chgData name="ashi aida" userId="b99504e7675a6229" providerId="LiveId" clId="{73F97104-D300-49BD-835F-3C2D9C3B04A9}" dt="2026-03-11T16:34:04.171" v="8806" actId="165"/>
          <ac:spMkLst>
            <pc:docMk/>
            <pc:sldMk cId="1815201819" sldId="283"/>
            <ac:spMk id="14" creationId="{7B6FC988-2AF5-0D9E-9152-1E7F8DA35E3F}"/>
          </ac:spMkLst>
        </pc:spChg>
        <pc:spChg chg="del">
          <ac:chgData name="ashi aida" userId="b99504e7675a6229" providerId="LiveId" clId="{73F97104-D300-49BD-835F-3C2D9C3B04A9}" dt="2026-03-11T13:22:47.968" v="7285" actId="478"/>
          <ac:spMkLst>
            <pc:docMk/>
            <pc:sldMk cId="1815201819" sldId="283"/>
            <ac:spMk id="15" creationId="{D67203CC-BCD4-B6BA-38CB-62D28DD3D6AD}"/>
          </ac:spMkLst>
        </pc:spChg>
        <pc:spChg chg="mod topLvl">
          <ac:chgData name="ashi aida" userId="b99504e7675a6229" providerId="LiveId" clId="{73F97104-D300-49BD-835F-3C2D9C3B04A9}" dt="2026-03-11T16:34:04.171" v="8806" actId="165"/>
          <ac:spMkLst>
            <pc:docMk/>
            <pc:sldMk cId="1815201819" sldId="283"/>
            <ac:spMk id="16" creationId="{DAE49230-2476-093C-A35E-5D9585522B61}"/>
          </ac:spMkLst>
        </pc:spChg>
        <pc:spChg chg="mod">
          <ac:chgData name="ashi aida" userId="b99504e7675a6229" providerId="LiveId" clId="{73F97104-D300-49BD-835F-3C2D9C3B04A9}" dt="2026-03-11T16:19:50.992" v="8671" actId="1076"/>
          <ac:spMkLst>
            <pc:docMk/>
            <pc:sldMk cId="1815201819" sldId="283"/>
            <ac:spMk id="17" creationId="{3C876444-19EC-9088-6199-0B9D2A672918}"/>
          </ac:spMkLst>
        </pc:spChg>
        <pc:spChg chg="add mod">
          <ac:chgData name="ashi aida" userId="b99504e7675a6229" providerId="LiveId" clId="{73F97104-D300-49BD-835F-3C2D9C3B04A9}" dt="2026-03-11T13:37:41.766" v="7504" actId="164"/>
          <ac:spMkLst>
            <pc:docMk/>
            <pc:sldMk cId="1815201819" sldId="283"/>
            <ac:spMk id="19" creationId="{5C71DD3C-896E-2C21-F22C-81404927571B}"/>
          </ac:spMkLst>
        </pc:spChg>
        <pc:spChg chg="add mod ord">
          <ac:chgData name="ashi aida" userId="b99504e7675a6229" providerId="LiveId" clId="{73F97104-D300-49BD-835F-3C2D9C3B04A9}" dt="2026-03-11T13:37:41.766" v="7504" actId="164"/>
          <ac:spMkLst>
            <pc:docMk/>
            <pc:sldMk cId="1815201819" sldId="283"/>
            <ac:spMk id="20" creationId="{AC0626CE-2523-943C-1135-00DC6CCE0046}"/>
          </ac:spMkLst>
        </pc:spChg>
        <pc:grpChg chg="add del mod">
          <ac:chgData name="ashi aida" userId="b99504e7675a6229" providerId="LiveId" clId="{73F97104-D300-49BD-835F-3C2D9C3B04A9}" dt="2026-03-11T16:34:04.171" v="8806" actId="165"/>
          <ac:grpSpMkLst>
            <pc:docMk/>
            <pc:sldMk cId="1815201819" sldId="283"/>
            <ac:grpSpMk id="6" creationId="{94F57EB6-0516-D99A-DF08-FBFB9BA132CF}"/>
          </ac:grpSpMkLst>
        </pc:grpChg>
        <pc:grpChg chg="add mod">
          <ac:chgData name="ashi aida" userId="b99504e7675a6229" providerId="LiveId" clId="{73F97104-D300-49BD-835F-3C2D9C3B04A9}" dt="2026-03-11T16:20:28.963" v="8768" actId="1037"/>
          <ac:grpSpMkLst>
            <pc:docMk/>
            <pc:sldMk cId="1815201819" sldId="283"/>
            <ac:grpSpMk id="7" creationId="{C1E9176E-3131-A44E-3BB3-4E4043C92CA0}"/>
          </ac:grpSpMkLst>
        </pc:grpChg>
        <pc:grpChg chg="add mod">
          <ac:chgData name="ashi aida" userId="b99504e7675a6229" providerId="LiveId" clId="{73F97104-D300-49BD-835F-3C2D9C3B04A9}" dt="2026-03-11T16:20:12.812" v="8716" actId="1038"/>
          <ac:grpSpMkLst>
            <pc:docMk/>
            <pc:sldMk cId="1815201819" sldId="283"/>
            <ac:grpSpMk id="21" creationId="{00532B5E-B9B8-CCF6-8C26-5C3711EEA257}"/>
          </ac:grpSpMkLst>
        </pc:grpChg>
        <pc:graphicFrameChg chg="add mod modGraphic">
          <ac:chgData name="ashi aida" userId="b99504e7675a6229" providerId="LiveId" clId="{73F97104-D300-49BD-835F-3C2D9C3B04A9}" dt="2026-03-11T16:20:12.812" v="8716" actId="1038"/>
          <ac:graphicFrameMkLst>
            <pc:docMk/>
            <pc:sldMk cId="1815201819" sldId="283"/>
            <ac:graphicFrameMk id="18" creationId="{C834F124-B0AB-227B-E317-2FEB8BF4E7CF}"/>
          </ac:graphicFrameMkLst>
        </pc:graphicFrameChg>
      </pc:sldChg>
      <pc:sldChg chg="addSp delSp modSp add mod modTransition">
        <pc:chgData name="ashi aida" userId="b99504e7675a6229" providerId="LiveId" clId="{73F97104-D300-49BD-835F-3C2D9C3B04A9}" dt="2026-03-11T14:11:20.705" v="7813"/>
        <pc:sldMkLst>
          <pc:docMk/>
          <pc:sldMk cId="4275829378" sldId="284"/>
        </pc:sldMkLst>
        <pc:spChg chg="mod">
          <ac:chgData name="ashi aida" userId="b99504e7675a6229" providerId="LiveId" clId="{73F97104-D300-49BD-835F-3C2D9C3B04A9}" dt="2026-03-11T13:31:52.001" v="7454" actId="20577"/>
          <ac:spMkLst>
            <pc:docMk/>
            <pc:sldMk cId="4275829378" sldId="284"/>
            <ac:spMk id="4" creationId="{06FEF746-382D-8FC2-4924-FA7F4B15A87B}"/>
          </ac:spMkLst>
        </pc:spChg>
        <pc:spChg chg="add mod">
          <ac:chgData name="ashi aida" userId="b99504e7675a6229" providerId="LiveId" clId="{73F97104-D300-49BD-835F-3C2D9C3B04A9}" dt="2026-03-11T13:33:02.839" v="7471" actId="207"/>
          <ac:spMkLst>
            <pc:docMk/>
            <pc:sldMk cId="4275829378" sldId="284"/>
            <ac:spMk id="6" creationId="{00032CA5-6455-D952-ED0F-29476D644937}"/>
          </ac:spMkLst>
        </pc:spChg>
        <pc:spChg chg="add mod">
          <ac:chgData name="ashi aida" userId="b99504e7675a6229" providerId="LiveId" clId="{73F97104-D300-49BD-835F-3C2D9C3B04A9}" dt="2026-03-11T13:34:37.055" v="7476"/>
          <ac:spMkLst>
            <pc:docMk/>
            <pc:sldMk cId="4275829378" sldId="284"/>
            <ac:spMk id="7" creationId="{20933A3E-46FE-9C68-FA0E-F368DFBC50BE}"/>
          </ac:spMkLst>
        </pc:spChg>
        <pc:spChg chg="add mod">
          <ac:chgData name="ashi aida" userId="b99504e7675a6229" providerId="LiveId" clId="{73F97104-D300-49BD-835F-3C2D9C3B04A9}" dt="2026-03-11T13:35:24.959" v="7483" actId="20577"/>
          <ac:spMkLst>
            <pc:docMk/>
            <pc:sldMk cId="4275829378" sldId="284"/>
            <ac:spMk id="8" creationId="{71F4A25D-E1FE-9EA4-C57E-E311E2EE729F}"/>
          </ac:spMkLst>
        </pc:spChg>
        <pc:spChg chg="del">
          <ac:chgData name="ashi aida" userId="b99504e7675a6229" providerId="LiveId" clId="{73F97104-D300-49BD-835F-3C2D9C3B04A9}" dt="2026-03-11T13:32:02.111" v="7456" actId="478"/>
          <ac:spMkLst>
            <pc:docMk/>
            <pc:sldMk cId="4275829378" sldId="284"/>
            <ac:spMk id="19" creationId="{DD5AAC14-7E3F-B231-15D1-002946F91C7A}"/>
          </ac:spMkLst>
        </pc:spChg>
        <pc:grpChg chg="add mod">
          <ac:chgData name="ashi aida" userId="b99504e7675a6229" providerId="LiveId" clId="{73F97104-D300-49BD-835F-3C2D9C3B04A9}" dt="2026-03-11T13:34:37.055" v="7476"/>
          <ac:grpSpMkLst>
            <pc:docMk/>
            <pc:sldMk cId="4275829378" sldId="284"/>
            <ac:grpSpMk id="9" creationId="{35F53707-EB31-37A2-CEFB-3C8669CC11C1}"/>
          </ac:grpSpMkLst>
        </pc:grpChg>
        <pc:graphicFrameChg chg="del modGraphic">
          <ac:chgData name="ashi aida" userId="b99504e7675a6229" providerId="LiveId" clId="{73F97104-D300-49BD-835F-3C2D9C3B04A9}" dt="2026-03-11T13:32:02.111" v="7456" actId="478"/>
          <ac:graphicFrameMkLst>
            <pc:docMk/>
            <pc:sldMk cId="4275829378" sldId="284"/>
            <ac:graphicFrameMk id="18" creationId="{22C81246-5BB9-51AF-6053-8F2464AE977F}"/>
          </ac:graphicFrameMkLst>
        </pc:graphicFrameChg>
      </pc:sldChg>
      <pc:sldChg chg="addSp delSp modSp add mod modTransition">
        <pc:chgData name="ashi aida" userId="b99504e7675a6229" providerId="LiveId" clId="{73F97104-D300-49BD-835F-3C2D9C3B04A9}" dt="2026-03-11T16:39:09.858" v="8848" actId="207"/>
        <pc:sldMkLst>
          <pc:docMk/>
          <pc:sldMk cId="1166889489" sldId="285"/>
        </pc:sldMkLst>
        <pc:spChg chg="add mod">
          <ac:chgData name="ashi aida" userId="b99504e7675a6229" providerId="LiveId" clId="{73F97104-D300-49BD-835F-3C2D9C3B04A9}" dt="2026-03-11T13:54:10.254" v="7694" actId="1038"/>
          <ac:spMkLst>
            <pc:docMk/>
            <pc:sldMk cId="1166889489" sldId="285"/>
            <ac:spMk id="2" creationId="{8BA14715-8C4A-18B6-FC72-FA19C7480C78}"/>
          </ac:spMkLst>
        </pc:spChg>
        <pc:spChg chg="add del mod">
          <ac:chgData name="ashi aida" userId="b99504e7675a6229" providerId="LiveId" clId="{73F97104-D300-49BD-835F-3C2D9C3B04A9}" dt="2026-03-11T13:54:27.960" v="7702"/>
          <ac:spMkLst>
            <pc:docMk/>
            <pc:sldMk cId="1166889489" sldId="285"/>
            <ac:spMk id="3" creationId="{6C74522F-F52C-DCCD-3614-C0EDF91A152A}"/>
          </ac:spMkLst>
        </pc:spChg>
        <pc:spChg chg="add mod ord">
          <ac:chgData name="ashi aida" userId="b99504e7675a6229" providerId="LiveId" clId="{73F97104-D300-49BD-835F-3C2D9C3B04A9}" dt="2026-03-11T16:39:09.858" v="8848" actId="207"/>
          <ac:spMkLst>
            <pc:docMk/>
            <pc:sldMk cId="1166889489" sldId="285"/>
            <ac:spMk id="3" creationId="{997974A8-FF4B-55F8-EC5B-A51E22DC0CDE}"/>
          </ac:spMkLst>
        </pc:spChg>
        <pc:spChg chg="add mod">
          <ac:chgData name="ashi aida" userId="b99504e7675a6229" providerId="LiveId" clId="{73F97104-D300-49BD-835F-3C2D9C3B04A9}" dt="2026-03-11T14:07:55.736" v="7782" actId="123"/>
          <ac:spMkLst>
            <pc:docMk/>
            <pc:sldMk cId="1166889489" sldId="285"/>
            <ac:spMk id="4" creationId="{5D0D551A-D56A-08C3-EE6D-EA1117BA1ABD}"/>
          </ac:spMkLst>
        </pc:spChg>
        <pc:spChg chg="add del mod">
          <ac:chgData name="ashi aida" userId="b99504e7675a6229" providerId="LiveId" clId="{73F97104-D300-49BD-835F-3C2D9C3B04A9}" dt="2026-03-11T14:07:52.899" v="7780" actId="12084"/>
          <ac:spMkLst>
            <pc:docMk/>
            <pc:sldMk cId="1166889489" sldId="285"/>
            <ac:spMk id="5" creationId="{CFA0C94B-6473-7CE0-37F0-68961EEC65A6}"/>
          </ac:spMkLst>
        </pc:spChg>
        <pc:spChg chg="del">
          <ac:chgData name="ashi aida" userId="b99504e7675a6229" providerId="LiveId" clId="{73F97104-D300-49BD-835F-3C2D9C3B04A9}" dt="2026-03-11T13:53:06.610" v="7633" actId="478"/>
          <ac:spMkLst>
            <pc:docMk/>
            <pc:sldMk cId="1166889489" sldId="285"/>
            <ac:spMk id="8" creationId="{3FAA204C-281E-4F74-CDE3-774ADE4DACF3}"/>
          </ac:spMkLst>
        </pc:spChg>
        <pc:spChg chg="del">
          <ac:chgData name="ashi aida" userId="b99504e7675a6229" providerId="LiveId" clId="{73F97104-D300-49BD-835F-3C2D9C3B04A9}" dt="2026-03-11T13:53:10.493" v="7634" actId="478"/>
          <ac:spMkLst>
            <pc:docMk/>
            <pc:sldMk cId="1166889489" sldId="285"/>
            <ac:spMk id="9" creationId="{C1F22D27-8CDA-DC32-3BA6-52B1EA842D7A}"/>
          </ac:spMkLst>
        </pc:spChg>
        <pc:spChg chg="del">
          <ac:chgData name="ashi aida" userId="b99504e7675a6229" providerId="LiveId" clId="{73F97104-D300-49BD-835F-3C2D9C3B04A9}" dt="2026-03-11T13:53:12.720" v="7635" actId="478"/>
          <ac:spMkLst>
            <pc:docMk/>
            <pc:sldMk cId="1166889489" sldId="285"/>
            <ac:spMk id="12" creationId="{3941795D-9128-D387-4C3F-7004299CD7D5}"/>
          </ac:spMkLst>
        </pc:spChg>
        <pc:graphicFrameChg chg="add mod">
          <ac:chgData name="ashi aida" userId="b99504e7675a6229" providerId="LiveId" clId="{73F97104-D300-49BD-835F-3C2D9C3B04A9}" dt="2026-03-11T13:57:36.755" v="7729" actId="12100"/>
          <ac:graphicFrameMkLst>
            <pc:docMk/>
            <pc:sldMk cId="1166889489" sldId="285"/>
            <ac:graphicFrameMk id="6" creationId="{02CE3544-691D-73CC-413C-25C3BDA684C6}"/>
          </ac:graphicFrameMkLst>
        </pc:graphicFrameChg>
      </pc:sldChg>
      <pc:sldChg chg="addSp delSp modSp new del mod">
        <pc:chgData name="ashi aida" userId="b99504e7675a6229" providerId="LiveId" clId="{73F97104-D300-49BD-835F-3C2D9C3B04A9}" dt="2026-03-11T13:52:58.575" v="7631" actId="2696"/>
        <pc:sldMkLst>
          <pc:docMk/>
          <pc:sldMk cId="4106565382" sldId="285"/>
        </pc:sldMkLst>
        <pc:spChg chg="add del">
          <ac:chgData name="ashi aida" userId="b99504e7675a6229" providerId="LiveId" clId="{73F97104-D300-49BD-835F-3C2D9C3B04A9}" dt="2026-03-11T13:49:41.475" v="7528" actId="22"/>
          <ac:spMkLst>
            <pc:docMk/>
            <pc:sldMk cId="4106565382" sldId="285"/>
            <ac:spMk id="3" creationId="{498FB7A5-1F23-3722-BE50-051653CFA647}"/>
          </ac:spMkLst>
        </pc:spChg>
        <pc:spChg chg="mod">
          <ac:chgData name="ashi aida" userId="b99504e7675a6229" providerId="LiveId" clId="{73F97104-D300-49BD-835F-3C2D9C3B04A9}" dt="2026-03-11T13:52:45.114" v="7630" actId="692"/>
          <ac:spMkLst>
            <pc:docMk/>
            <pc:sldMk cId="4106565382" sldId="285"/>
            <ac:spMk id="6" creationId="{00000000-0000-0000-0000-000000000000}"/>
          </ac:spMkLst>
        </pc:spChg>
        <pc:spChg chg="mod">
          <ac:chgData name="ashi aida" userId="b99504e7675a6229" providerId="LiveId" clId="{73F97104-D300-49BD-835F-3C2D9C3B04A9}" dt="2026-03-11T13:49:51.962" v="7531"/>
          <ac:spMkLst>
            <pc:docMk/>
            <pc:sldMk cId="4106565382" sldId="285"/>
            <ac:spMk id="7" creationId="{00000000-0000-0000-0000-000000000000}"/>
          </ac:spMkLst>
        </pc:spChg>
        <pc:grpChg chg="add mod">
          <ac:chgData name="ashi aida" userId="b99504e7675a6229" providerId="LiveId" clId="{73F97104-D300-49BD-835F-3C2D9C3B04A9}" dt="2026-03-11T13:50:13.181" v="7535" actId="14100"/>
          <ac:grpSpMkLst>
            <pc:docMk/>
            <pc:sldMk cId="4106565382" sldId="285"/>
            <ac:grpSpMk id="5" creationId="{00000000-0000-0000-0000-000000000000}"/>
          </ac:grpSpMkLst>
        </pc:grpChg>
      </pc:sldChg>
      <pc:sldMasterChg chg="modTransition modSldLayout">
        <pc:chgData name="ashi aida" userId="b99504e7675a6229" providerId="LiveId" clId="{73F97104-D300-49BD-835F-3C2D9C3B04A9}" dt="2026-03-11T14:11:20.705" v="7813"/>
        <pc:sldMasterMkLst>
          <pc:docMk/>
          <pc:sldMasterMk cId="0" sldId="2147483648"/>
        </pc:sldMasterMkLst>
        <pc:sldLayoutChg chg="modTransition">
          <pc:chgData name="ashi aida" userId="b99504e7675a6229" providerId="LiveId" clId="{73F97104-D300-49BD-835F-3C2D9C3B04A9}" dt="2026-03-11T14:11:20.705" v="7813"/>
          <pc:sldLayoutMkLst>
            <pc:docMk/>
            <pc:sldMasterMk cId="0" sldId="2147483648"/>
            <pc:sldLayoutMk cId="0" sldId="2147483649"/>
          </pc:sldLayoutMkLst>
        </pc:sldLayoutChg>
        <pc:sldLayoutChg chg="modTransition">
          <pc:chgData name="ashi aida" userId="b99504e7675a6229" providerId="LiveId" clId="{73F97104-D300-49BD-835F-3C2D9C3B04A9}" dt="2026-03-11T14:11:20.705" v="7813"/>
          <pc:sldLayoutMkLst>
            <pc:docMk/>
            <pc:sldMasterMk cId="0" sldId="2147483648"/>
            <pc:sldLayoutMk cId="0" sldId="2147483650"/>
          </pc:sldLayoutMkLst>
        </pc:sldLayoutChg>
        <pc:sldLayoutChg chg="modTransition">
          <pc:chgData name="ashi aida" userId="b99504e7675a6229" providerId="LiveId" clId="{73F97104-D300-49BD-835F-3C2D9C3B04A9}" dt="2026-03-11T14:11:20.705" v="7813"/>
          <pc:sldLayoutMkLst>
            <pc:docMk/>
            <pc:sldMasterMk cId="0" sldId="2147483648"/>
            <pc:sldLayoutMk cId="0" sldId="2147483651"/>
          </pc:sldLayoutMkLst>
        </pc:sldLayoutChg>
        <pc:sldLayoutChg chg="modTransition">
          <pc:chgData name="ashi aida" userId="b99504e7675a6229" providerId="LiveId" clId="{73F97104-D300-49BD-835F-3C2D9C3B04A9}" dt="2026-03-11T14:11:20.705" v="7813"/>
          <pc:sldLayoutMkLst>
            <pc:docMk/>
            <pc:sldMasterMk cId="0" sldId="2147483648"/>
            <pc:sldLayoutMk cId="0" sldId="2147483652"/>
          </pc:sldLayoutMkLst>
        </pc:sldLayoutChg>
        <pc:sldLayoutChg chg="modTransition">
          <pc:chgData name="ashi aida" userId="b99504e7675a6229" providerId="LiveId" clId="{73F97104-D300-49BD-835F-3C2D9C3B04A9}" dt="2026-03-11T14:11:20.705" v="7813"/>
          <pc:sldLayoutMkLst>
            <pc:docMk/>
            <pc:sldMasterMk cId="0" sldId="2147483648"/>
            <pc:sldLayoutMk cId="0" sldId="2147483653"/>
          </pc:sldLayoutMkLst>
        </pc:sldLayoutChg>
        <pc:sldLayoutChg chg="modTransition">
          <pc:chgData name="ashi aida" userId="b99504e7675a6229" providerId="LiveId" clId="{73F97104-D300-49BD-835F-3C2D9C3B04A9}" dt="2026-03-11T14:11:20.705" v="7813"/>
          <pc:sldLayoutMkLst>
            <pc:docMk/>
            <pc:sldMasterMk cId="0" sldId="2147483648"/>
            <pc:sldLayoutMk cId="0" sldId="2147483654"/>
          </pc:sldLayoutMkLst>
        </pc:sldLayoutChg>
        <pc:sldLayoutChg chg="modTransition">
          <pc:chgData name="ashi aida" userId="b99504e7675a6229" providerId="LiveId" clId="{73F97104-D300-49BD-835F-3C2D9C3B04A9}" dt="2026-03-11T14:11:20.705" v="7813"/>
          <pc:sldLayoutMkLst>
            <pc:docMk/>
            <pc:sldMasterMk cId="0" sldId="2147483648"/>
            <pc:sldLayoutMk cId="0" sldId="2147483655"/>
          </pc:sldLayoutMkLst>
        </pc:sldLayoutChg>
        <pc:sldLayoutChg chg="modTransition">
          <pc:chgData name="ashi aida" userId="b99504e7675a6229" providerId="LiveId" clId="{73F97104-D300-49BD-835F-3C2D9C3B04A9}" dt="2026-03-11T14:11:20.705" v="7813"/>
          <pc:sldLayoutMkLst>
            <pc:docMk/>
            <pc:sldMasterMk cId="0" sldId="2147483648"/>
            <pc:sldLayoutMk cId="0" sldId="2147483656"/>
          </pc:sldLayoutMkLst>
        </pc:sldLayoutChg>
        <pc:sldLayoutChg chg="modTransition">
          <pc:chgData name="ashi aida" userId="b99504e7675a6229" providerId="LiveId" clId="{73F97104-D300-49BD-835F-3C2D9C3B04A9}" dt="2026-03-11T14:11:20.705" v="7813"/>
          <pc:sldLayoutMkLst>
            <pc:docMk/>
            <pc:sldMasterMk cId="0" sldId="2147483648"/>
            <pc:sldLayoutMk cId="0" sldId="2147483657"/>
          </pc:sldLayoutMkLst>
        </pc:sldLayoutChg>
        <pc:sldLayoutChg chg="modTransition">
          <pc:chgData name="ashi aida" userId="b99504e7675a6229" providerId="LiveId" clId="{73F97104-D300-49BD-835F-3C2D9C3B04A9}" dt="2026-03-11T14:11:20.705" v="7813"/>
          <pc:sldLayoutMkLst>
            <pc:docMk/>
            <pc:sldMasterMk cId="0" sldId="2147483648"/>
            <pc:sldLayoutMk cId="0" sldId="2147483658"/>
          </pc:sldLayoutMkLst>
        </pc:sldLayoutChg>
        <pc:sldLayoutChg chg="modTransition">
          <pc:chgData name="ashi aida" userId="b99504e7675a6229" providerId="LiveId" clId="{73F97104-D300-49BD-835F-3C2D9C3B04A9}" dt="2026-03-11T14:11:20.705" v="7813"/>
          <pc:sldLayoutMkLst>
            <pc:docMk/>
            <pc:sldMasterMk cId="0" sldId="2147483648"/>
            <pc:sldLayoutMk cId="0" sldId="2147483659"/>
          </pc:sldLayoutMkLst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A2A035E-E7E4-46B6-89BD-D941C1924EB0}" type="doc">
      <dgm:prSet loTypeId="urn:microsoft.com/office/officeart/2005/8/layout/target3" loCatId="relationship" qsTypeId="urn:microsoft.com/office/officeart/2005/8/quickstyle/simple1" qsCatId="simple" csTypeId="urn:microsoft.com/office/officeart/2005/8/colors/colorful4" csCatId="colorful"/>
      <dgm:spPr/>
      <dgm:t>
        <a:bodyPr/>
        <a:lstStyle/>
        <a:p>
          <a:endParaRPr lang="en-IN"/>
        </a:p>
      </dgm:t>
    </dgm:pt>
    <dgm:pt modelId="{8D75ECB1-8207-4116-94E5-817F966836AA}">
      <dgm:prSet/>
      <dgm:spPr/>
      <dgm:t>
        <a:bodyPr/>
        <a:lstStyle/>
        <a:p>
          <a:r>
            <a:rPr lang="en-US"/>
            <a:t>The project demonstrates how proper data preprocessing, imbalance handling, and model selection can significantly improve real-world classification performance.</a:t>
          </a:r>
          <a:endParaRPr lang="en-IN"/>
        </a:p>
      </dgm:t>
    </dgm:pt>
    <dgm:pt modelId="{59B2404B-DA14-4D65-ACDD-CEF60BED7751}" type="parTrans" cxnId="{7ADB8E23-3636-4F87-ACA1-A629BF44642D}">
      <dgm:prSet/>
      <dgm:spPr/>
      <dgm:t>
        <a:bodyPr/>
        <a:lstStyle/>
        <a:p>
          <a:endParaRPr lang="en-IN"/>
        </a:p>
      </dgm:t>
    </dgm:pt>
    <dgm:pt modelId="{3196CCC9-E76B-4144-ADEB-9ACC0D136739}" type="sibTrans" cxnId="{7ADB8E23-3636-4F87-ACA1-A629BF44642D}">
      <dgm:prSet/>
      <dgm:spPr/>
      <dgm:t>
        <a:bodyPr/>
        <a:lstStyle/>
        <a:p>
          <a:endParaRPr lang="en-IN"/>
        </a:p>
      </dgm:t>
    </dgm:pt>
    <dgm:pt modelId="{9C2C00C0-1366-4F91-931A-39452E26CFE5}" type="pres">
      <dgm:prSet presAssocID="{9A2A035E-E7E4-46B6-89BD-D941C1924EB0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E83EA3CA-8049-4C1B-9C78-DEE770538FFD}" type="pres">
      <dgm:prSet presAssocID="{8D75ECB1-8207-4116-94E5-817F966836AA}" presName="circle1" presStyleLbl="node1" presStyleIdx="0" presStyleCnt="1"/>
      <dgm:spPr/>
    </dgm:pt>
    <dgm:pt modelId="{4E994F19-433A-4639-8720-94ACA8FDA63F}" type="pres">
      <dgm:prSet presAssocID="{8D75ECB1-8207-4116-94E5-817F966836AA}" presName="space" presStyleCnt="0"/>
      <dgm:spPr/>
    </dgm:pt>
    <dgm:pt modelId="{BC79A214-4C21-4664-B388-E4F36693FDCD}" type="pres">
      <dgm:prSet presAssocID="{8D75ECB1-8207-4116-94E5-817F966836AA}" presName="rect1" presStyleLbl="alignAcc1" presStyleIdx="0" presStyleCnt="1"/>
      <dgm:spPr/>
    </dgm:pt>
    <dgm:pt modelId="{3C396FDD-4515-41C5-BAE0-7A688AB26AA0}" type="pres">
      <dgm:prSet presAssocID="{8D75ECB1-8207-4116-94E5-817F966836AA}" presName="rect1ParTxNoCh" presStyleLbl="alignAcc1" presStyleIdx="0" presStyleCnt="1">
        <dgm:presLayoutVars>
          <dgm:chMax val="1"/>
          <dgm:bulletEnabled val="1"/>
        </dgm:presLayoutVars>
      </dgm:prSet>
      <dgm:spPr/>
    </dgm:pt>
  </dgm:ptLst>
  <dgm:cxnLst>
    <dgm:cxn modelId="{877DB818-B103-48D6-B13E-6A3A0CD138D3}" type="presOf" srcId="{9A2A035E-E7E4-46B6-89BD-D941C1924EB0}" destId="{9C2C00C0-1366-4F91-931A-39452E26CFE5}" srcOrd="0" destOrd="0" presId="urn:microsoft.com/office/officeart/2005/8/layout/target3"/>
    <dgm:cxn modelId="{7ADB8E23-3636-4F87-ACA1-A629BF44642D}" srcId="{9A2A035E-E7E4-46B6-89BD-D941C1924EB0}" destId="{8D75ECB1-8207-4116-94E5-817F966836AA}" srcOrd="0" destOrd="0" parTransId="{59B2404B-DA14-4D65-ACDD-CEF60BED7751}" sibTransId="{3196CCC9-E76B-4144-ADEB-9ACC0D136739}"/>
    <dgm:cxn modelId="{62D36674-B2E4-4BB4-8006-011F971EE3A2}" type="presOf" srcId="{8D75ECB1-8207-4116-94E5-817F966836AA}" destId="{BC79A214-4C21-4664-B388-E4F36693FDCD}" srcOrd="0" destOrd="0" presId="urn:microsoft.com/office/officeart/2005/8/layout/target3"/>
    <dgm:cxn modelId="{30D40AD2-E149-4754-93B6-31C52EF57C21}" type="presOf" srcId="{8D75ECB1-8207-4116-94E5-817F966836AA}" destId="{3C396FDD-4515-41C5-BAE0-7A688AB26AA0}" srcOrd="1" destOrd="0" presId="urn:microsoft.com/office/officeart/2005/8/layout/target3"/>
    <dgm:cxn modelId="{A9A884D2-92E9-4C73-BEFB-83EBF778CD59}" type="presParOf" srcId="{9C2C00C0-1366-4F91-931A-39452E26CFE5}" destId="{E83EA3CA-8049-4C1B-9C78-DEE770538FFD}" srcOrd="0" destOrd="0" presId="urn:microsoft.com/office/officeart/2005/8/layout/target3"/>
    <dgm:cxn modelId="{B64D974F-DFFE-474B-8F58-930F3FAA705E}" type="presParOf" srcId="{9C2C00C0-1366-4F91-931A-39452E26CFE5}" destId="{4E994F19-433A-4639-8720-94ACA8FDA63F}" srcOrd="1" destOrd="0" presId="urn:microsoft.com/office/officeart/2005/8/layout/target3"/>
    <dgm:cxn modelId="{B065E2A1-7ACC-4464-BAF4-28E2B2A494F1}" type="presParOf" srcId="{9C2C00C0-1366-4F91-931A-39452E26CFE5}" destId="{BC79A214-4C21-4664-B388-E4F36693FDCD}" srcOrd="2" destOrd="0" presId="urn:microsoft.com/office/officeart/2005/8/layout/target3"/>
    <dgm:cxn modelId="{AA0F4645-594F-458C-9582-FB3BA246587A}" type="presParOf" srcId="{9C2C00C0-1366-4F91-931A-39452E26CFE5}" destId="{3C396FDD-4515-41C5-BAE0-7A688AB26AA0}" srcOrd="3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3EA3CA-8049-4C1B-9C78-DEE770538FFD}">
      <dsp:nvSpPr>
        <dsp:cNvPr id="0" name=""/>
        <dsp:cNvSpPr/>
      </dsp:nvSpPr>
      <dsp:spPr>
        <a:xfrm>
          <a:off x="0" y="0"/>
          <a:ext cx="1569660" cy="1569660"/>
        </a:xfrm>
        <a:prstGeom prst="pie">
          <a:avLst>
            <a:gd name="adj1" fmla="val 5400000"/>
            <a:gd name="adj2" fmla="val 1620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79A214-4C21-4664-B388-E4F36693FDCD}">
      <dsp:nvSpPr>
        <dsp:cNvPr id="0" name=""/>
        <dsp:cNvSpPr/>
      </dsp:nvSpPr>
      <dsp:spPr>
        <a:xfrm>
          <a:off x="784829" y="0"/>
          <a:ext cx="11631008" cy="156966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The project demonstrates how proper data preprocessing, imbalance handling, and model selection can significantly improve real-world classification performance.</a:t>
          </a:r>
          <a:endParaRPr lang="en-IN" sz="3100" kern="1200"/>
        </a:p>
      </dsp:txBody>
      <dsp:txXfrm>
        <a:off x="784829" y="0"/>
        <a:ext cx="11631008" cy="15696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D4510B-6A58-4251-A1A4-43D34F86F788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5F3DA8-AFDA-49E0-87A9-2D44F0974D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2671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5F3DA8-AFDA-49E0-87A9-2D44F0974D33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22842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7A09A7-46BC-C789-0ABE-730057498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80F39C-B7F3-7FB6-3C7A-5DD4F2E335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F46948-322A-5C66-A3C8-70EFDD0D98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302C6F-3BBE-A0F0-5099-7BACE509DF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5F3DA8-AFDA-49E0-87A9-2D44F0974D33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33128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63B842-DB59-7A56-BDB8-D5B8CA7DC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E8DD31-F415-3561-0F5F-8A5464CEB1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187A0D-E53B-ED5E-AFBC-F6B550A609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6C9986-ED2A-CB57-AB45-49E0D87159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5F3DA8-AFDA-49E0-87A9-2D44F0974D33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8983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6A94A2-0F16-5395-7933-B040AB960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B9DD28-5E5F-8258-A81D-892D8C1733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420C65-2895-6E49-50D1-605C61796B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248431-FEC0-2C62-0CC4-3721D62AE1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5F3DA8-AFDA-49E0-87A9-2D44F0974D33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55770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5F3DA8-AFDA-49E0-87A9-2D44F0974D33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63025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5F3DA8-AFDA-49E0-87A9-2D44F0974D33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66603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21EE1C-50DB-B1F7-43CE-41E97D419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1457B7-D11D-DF13-BA44-9CEC191F0E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32D827-CBF1-502D-9415-D69A50AC11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4DDF75-BAF4-244E-0801-6A5A06B7FB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5F3DA8-AFDA-49E0-87A9-2D44F0974D33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97503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5F3DA8-AFDA-49E0-87A9-2D44F0974D33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51745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7" Type="http://schemas.openxmlformats.org/officeDocument/2006/relationships/image" Target="../media/image18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4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18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18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3" Type="http://schemas.openxmlformats.org/officeDocument/2006/relationships/image" Target="../media/image15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16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2.svg"/><Relationship Id="rId4" Type="http://schemas.openxmlformats.org/officeDocument/2006/relationships/image" Target="../media/image4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44.svg"/><Relationship Id="rId7" Type="http://schemas.openxmlformats.org/officeDocument/2006/relationships/diagramColors" Target="../diagrams/colors1.xml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47.svg"/><Relationship Id="rId18" Type="http://schemas.openxmlformats.org/officeDocument/2006/relationships/image" Target="../media/image25.png"/><Relationship Id="rId3" Type="http://schemas.openxmlformats.org/officeDocument/2006/relationships/image" Target="../media/image46.svg"/><Relationship Id="rId21" Type="http://schemas.openxmlformats.org/officeDocument/2006/relationships/image" Target="../media/image28.svg"/><Relationship Id="rId7" Type="http://schemas.openxmlformats.org/officeDocument/2006/relationships/image" Target="../media/image12.svg"/><Relationship Id="rId12" Type="http://schemas.openxmlformats.org/officeDocument/2006/relationships/image" Target="../media/image35.png"/><Relationship Id="rId17" Type="http://schemas.openxmlformats.org/officeDocument/2006/relationships/image" Target="../media/image18.svg"/><Relationship Id="rId25" Type="http://schemas.openxmlformats.org/officeDocument/2006/relationships/image" Target="../media/image22.svg"/><Relationship Id="rId2" Type="http://schemas.openxmlformats.org/officeDocument/2006/relationships/image" Target="../media/image45.png"/><Relationship Id="rId16" Type="http://schemas.openxmlformats.org/officeDocument/2006/relationships/image" Target="../media/image17.png"/><Relationship Id="rId20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8.svg"/><Relationship Id="rId24" Type="http://schemas.openxmlformats.org/officeDocument/2006/relationships/image" Target="../media/image21.png"/><Relationship Id="rId5" Type="http://schemas.openxmlformats.org/officeDocument/2006/relationships/image" Target="../media/image16.svg"/><Relationship Id="rId15" Type="http://schemas.openxmlformats.org/officeDocument/2006/relationships/image" Target="../media/image20.svg"/><Relationship Id="rId23" Type="http://schemas.openxmlformats.org/officeDocument/2006/relationships/image" Target="../media/image30.svg"/><Relationship Id="rId10" Type="http://schemas.openxmlformats.org/officeDocument/2006/relationships/image" Target="../media/image7.png"/><Relationship Id="rId19" Type="http://schemas.openxmlformats.org/officeDocument/2006/relationships/image" Target="../media/image26.svg"/><Relationship Id="rId4" Type="http://schemas.openxmlformats.org/officeDocument/2006/relationships/image" Target="../media/image15.png"/><Relationship Id="rId9" Type="http://schemas.openxmlformats.org/officeDocument/2006/relationships/image" Target="../media/image38.svg"/><Relationship Id="rId14" Type="http://schemas.openxmlformats.org/officeDocument/2006/relationships/image" Target="../media/image19.png"/><Relationship Id="rId22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50000">
              <a:srgbClr val="5234A9">
                <a:alpha val="100000"/>
              </a:srgbClr>
            </a:gs>
            <a:gs pos="100000">
              <a:srgbClr val="400AD4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028700"/>
            <a:ext cx="675996" cy="675996"/>
          </a:xfrm>
          <a:custGeom>
            <a:avLst/>
            <a:gdLst/>
            <a:ahLst/>
            <a:cxnLst/>
            <a:rect l="l" t="t" r="r" b="b"/>
            <a:pathLst>
              <a:path w="675996" h="675996">
                <a:moveTo>
                  <a:pt x="0" y="0"/>
                </a:moveTo>
                <a:lnTo>
                  <a:pt x="675996" y="0"/>
                </a:lnTo>
                <a:lnTo>
                  <a:pt x="675996" y="675996"/>
                </a:lnTo>
                <a:lnTo>
                  <a:pt x="0" y="6759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905828" y="-67524"/>
            <a:ext cx="6802445" cy="10392624"/>
          </a:xfrm>
          <a:custGeom>
            <a:avLst/>
            <a:gdLst/>
            <a:ahLst/>
            <a:cxnLst/>
            <a:rect l="l" t="t" r="r" b="b"/>
            <a:pathLst>
              <a:path w="6802445" h="10392624">
                <a:moveTo>
                  <a:pt x="0" y="0"/>
                </a:moveTo>
                <a:lnTo>
                  <a:pt x="6802444" y="0"/>
                </a:lnTo>
                <a:lnTo>
                  <a:pt x="6802444" y="10392624"/>
                </a:lnTo>
                <a:lnTo>
                  <a:pt x="0" y="103926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8700" y="3384057"/>
            <a:ext cx="12700992" cy="2722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499"/>
              </a:lnSpc>
            </a:pPr>
            <a:r>
              <a:rPr lang="en-US" sz="9999" b="1" dirty="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SALARY PREDICTION</a:t>
            </a:r>
          </a:p>
          <a:p>
            <a:pPr algn="l">
              <a:lnSpc>
                <a:spcPts val="10499"/>
              </a:lnSpc>
            </a:pPr>
            <a:r>
              <a:rPr lang="en-US" sz="9999" dirty="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USING ML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957684" y="1037133"/>
            <a:ext cx="2919115" cy="9476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spc="36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UNIVERSITY OF KERALA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endParaRPr lang="en-US" sz="1800" b="1" spc="360">
              <a:solidFill>
                <a:srgbClr val="FFFFFF"/>
              </a:solidFill>
              <a:latin typeface="DM Sans Bold"/>
              <a:ea typeface="DM Sans Bold"/>
              <a:cs typeface="DM Sans Bold"/>
              <a:sym typeface="DM Sans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52400" y="8951595"/>
            <a:ext cx="274759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b="1" spc="360">
                <a:solidFill>
                  <a:srgbClr val="BFA8EF"/>
                </a:solidFill>
                <a:latin typeface="DM Sans Bold"/>
                <a:ea typeface="DM Sans Bold"/>
                <a:cs typeface="DM Sans Bold"/>
                <a:sym typeface="DM Sans Bold"/>
              </a:rPr>
              <a:t>MARCH 05</a:t>
            </a:r>
            <a:r>
              <a:rPr lang="en-US" sz="1800" b="1" spc="360">
                <a:solidFill>
                  <a:srgbClr val="BFA8EF"/>
                </a:solidFill>
                <a:latin typeface="DM Sans Bold"/>
                <a:ea typeface="DM Sans Bold"/>
                <a:cs typeface="DM Sans Bold"/>
                <a:sym typeface="DM Sans Bold"/>
              </a:rPr>
              <a:t>, 2026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50000">
              <a:srgbClr val="5234A9">
                <a:alpha val="100000"/>
              </a:srgbClr>
            </a:gs>
            <a:gs pos="100000">
              <a:srgbClr val="400AD4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3552230"/>
            <a:ext cx="6522021" cy="1247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450"/>
              </a:lnSpc>
            </a:pPr>
            <a:r>
              <a:rPr lang="en-US" sz="9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Introduction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5143500"/>
            <a:ext cx="6869096" cy="29783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919"/>
              </a:lnSpc>
              <a:spcBef>
                <a:spcPct val="0"/>
              </a:spcBef>
            </a:pPr>
            <a:r>
              <a:rPr lang="en-US" sz="2800">
                <a:solidFill>
                  <a:schemeClr val="bg1"/>
                </a:solidFill>
                <a:latin typeface="DM Sans" pitchFamily="2" charset="0"/>
              </a:rPr>
              <a:t>This project focuses on building a machine learning-based system that predicts whether an individual's income is less than or greater than 50K using demographic and employment-related data.</a:t>
            </a:r>
            <a:endParaRPr lang="en-US" sz="2799">
              <a:solidFill>
                <a:schemeClr val="bg1"/>
              </a:solidFill>
              <a:latin typeface="DM Sans" pitchFamily="2" charset="0"/>
              <a:ea typeface="DM Sans"/>
              <a:cs typeface="DM Sans"/>
              <a:sym typeface="DM Sans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9005755" y="482797"/>
            <a:ext cx="8253545" cy="13234547"/>
          </a:xfrm>
          <a:custGeom>
            <a:avLst/>
            <a:gdLst/>
            <a:ahLst/>
            <a:cxnLst/>
            <a:rect l="l" t="t" r="r" b="b"/>
            <a:pathLst>
              <a:path w="8253545" h="13234547">
                <a:moveTo>
                  <a:pt x="0" y="0"/>
                </a:moveTo>
                <a:lnTo>
                  <a:pt x="8253545" y="0"/>
                </a:lnTo>
                <a:lnTo>
                  <a:pt x="8253545" y="13234546"/>
                </a:lnTo>
                <a:lnTo>
                  <a:pt x="0" y="132345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TextBox 5"/>
          <p:cNvSpPr txBox="1"/>
          <p:nvPr/>
        </p:nvSpPr>
        <p:spPr>
          <a:xfrm>
            <a:off x="10932371" y="1992812"/>
            <a:ext cx="4400314" cy="359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IN" sz="2400" b="1">
                <a:solidFill>
                  <a:schemeClr val="bg1"/>
                </a:solidFill>
              </a:rPr>
              <a:t>DATA SCIENCE</a:t>
            </a:r>
            <a:endParaRPr lang="en-IN" sz="2400">
              <a:solidFill>
                <a:schemeClr val="bg1"/>
              </a:solidFill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1486675" y="5048250"/>
            <a:ext cx="3291706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 spc="400">
                <a:solidFill>
                  <a:schemeClr val="bg1"/>
                </a:solidFill>
                <a:latin typeface="DM Sans Bold"/>
                <a:ea typeface="DM Sans Bold"/>
                <a:cs typeface="DM Sans Bold"/>
                <a:sym typeface="DM Sans Bold"/>
              </a:rPr>
              <a:t>MACHINE</a:t>
            </a:r>
            <a:r>
              <a:rPr lang="en-US" sz="2000" b="1" spc="40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 LEARNING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831584" y="7132502"/>
            <a:ext cx="2601888" cy="1060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IN" sz="2000" b="1">
                <a:solidFill>
                  <a:schemeClr val="bg1"/>
                </a:solidFill>
                <a:latin typeface="DM Sans Bold" charset="0"/>
              </a:rPr>
              <a:t>CLASSIFICATION MODEL</a:t>
            </a:r>
            <a:endParaRPr lang="en-IN" sz="2000">
              <a:solidFill>
                <a:schemeClr val="bg1"/>
              </a:solidFill>
              <a:latin typeface="DM Sans Bold" charset="0"/>
            </a:endParaRPr>
          </a:p>
          <a:p>
            <a:pPr algn="ctr">
              <a:lnSpc>
                <a:spcPts val="2800"/>
              </a:lnSpc>
              <a:spcBef>
                <a:spcPct val="0"/>
              </a:spcBef>
            </a:pPr>
            <a:endParaRPr lang="en-US" sz="2000" b="1" spc="400">
              <a:solidFill>
                <a:srgbClr val="FFFFFF"/>
              </a:solidFill>
              <a:latin typeface="DM Sans Bold"/>
              <a:ea typeface="DM Sans Bold"/>
              <a:cs typeface="DM Sans Bold"/>
              <a:sym typeface="DM Sans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1733679" y="8883650"/>
            <a:ext cx="2797698" cy="1060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IN" sz="2000" b="1">
                <a:solidFill>
                  <a:schemeClr val="bg1"/>
                </a:solidFill>
                <a:latin typeface="DM Sans Bold" charset="0"/>
              </a:rPr>
              <a:t>SALARY PREDICTION SYSTEM</a:t>
            </a:r>
            <a:endParaRPr lang="en-IN" sz="2000">
              <a:solidFill>
                <a:schemeClr val="bg1"/>
              </a:solidFill>
              <a:latin typeface="DM Sans Bold" charset="0"/>
            </a:endParaRPr>
          </a:p>
          <a:p>
            <a:pPr algn="ctr">
              <a:lnSpc>
                <a:spcPts val="2800"/>
              </a:lnSpc>
              <a:spcBef>
                <a:spcPct val="0"/>
              </a:spcBef>
            </a:pPr>
            <a:endParaRPr lang="en-US" sz="2000" b="1" spc="400">
              <a:solidFill>
                <a:srgbClr val="FFFFFF"/>
              </a:solidFill>
              <a:latin typeface="DM Sans Bold"/>
              <a:ea typeface="DM Sans Bold"/>
              <a:cs typeface="DM Sans Bold"/>
              <a:sym typeface="DM Sans Bold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400AD4">
                <a:alpha val="100000"/>
              </a:srgbClr>
            </a:gs>
            <a:gs pos="50000">
              <a:srgbClr val="5234A9">
                <a:alpha val="100000"/>
              </a:srgbClr>
            </a:gs>
            <a:gs pos="100000">
              <a:srgbClr val="1B1B1B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 flipV="1">
            <a:off x="0" y="0"/>
            <a:ext cx="6695902" cy="10287000"/>
          </a:xfrm>
          <a:custGeom>
            <a:avLst/>
            <a:gdLst/>
            <a:ahLst/>
            <a:cxnLst/>
            <a:rect l="l" t="t" r="r" b="b"/>
            <a:pathLst>
              <a:path w="6695902" h="10287000">
                <a:moveTo>
                  <a:pt x="0" y="10287000"/>
                </a:moveTo>
                <a:lnTo>
                  <a:pt x="6695902" y="10287000"/>
                </a:lnTo>
                <a:lnTo>
                  <a:pt x="6695902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0" y="3215136"/>
            <a:ext cx="6095999" cy="24617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450"/>
              </a:lnSpc>
            </a:pPr>
            <a:r>
              <a:rPr lang="en-US" sz="9000" b="1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PROJECT OVEREVIW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12F0D26-F915-60DA-BF46-B4A1C8D1BB3E}"/>
              </a:ext>
            </a:extLst>
          </p:cNvPr>
          <p:cNvSpPr txBox="1"/>
          <p:nvPr/>
        </p:nvSpPr>
        <p:spPr>
          <a:xfrm>
            <a:off x="7924800" y="2781300"/>
            <a:ext cx="868680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</a:rPr>
              <a:t>This project develops a </a:t>
            </a:r>
            <a:r>
              <a:rPr lang="en-US" sz="3200" b="1" dirty="0">
                <a:solidFill>
                  <a:schemeClr val="bg1"/>
                </a:solidFill>
              </a:rPr>
              <a:t>Machine Learning based system to predict salary categories</a:t>
            </a:r>
            <a:r>
              <a:rPr lang="en-US" sz="3200" dirty="0">
                <a:solidFill>
                  <a:schemeClr val="bg1"/>
                </a:solidFill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</a:rPr>
              <a:t>The model analyzes </a:t>
            </a:r>
            <a:r>
              <a:rPr lang="en-US" sz="3200" b="1" dirty="0">
                <a:solidFill>
                  <a:schemeClr val="bg1"/>
                </a:solidFill>
              </a:rPr>
              <a:t>demographic and employment related features</a:t>
            </a:r>
            <a:r>
              <a:rPr lang="en-US" sz="3200" dirty="0">
                <a:solidFill>
                  <a:schemeClr val="bg1"/>
                </a:solidFill>
              </a:rPr>
              <a:t> from census data.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</a:rPr>
              <a:t>The system classifies whether a person's income is </a:t>
            </a:r>
            <a:r>
              <a:rPr lang="en-US" sz="3200" b="1" dirty="0">
                <a:solidFill>
                  <a:schemeClr val="bg1"/>
                </a:solidFill>
              </a:rPr>
              <a:t>≤50K or &gt;50K</a:t>
            </a:r>
            <a:r>
              <a:rPr lang="en-US" sz="3200" dirty="0">
                <a:solidFill>
                  <a:schemeClr val="bg1"/>
                </a:solidFill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</a:rPr>
              <a:t>The project focuses on </a:t>
            </a:r>
            <a:r>
              <a:rPr lang="en-US" sz="3200" b="1" dirty="0">
                <a:solidFill>
                  <a:schemeClr val="bg1"/>
                </a:solidFill>
              </a:rPr>
              <a:t>handling class imbalance using SMOTE</a:t>
            </a:r>
            <a:r>
              <a:rPr lang="en-US" sz="3200" dirty="0">
                <a:solidFill>
                  <a:schemeClr val="bg1"/>
                </a:solidFill>
              </a:rPr>
              <a:t> to improve prediction performance.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</a:rPr>
              <a:t>Multiple machine learning models are compared to </a:t>
            </a:r>
            <a:r>
              <a:rPr lang="en-US" sz="3200" b="1" dirty="0">
                <a:solidFill>
                  <a:schemeClr val="bg1"/>
                </a:solidFill>
              </a:rPr>
              <a:t>identify the most effective algorithm</a:t>
            </a:r>
            <a:r>
              <a:rPr lang="en-US" sz="3200" dirty="0">
                <a:solidFill>
                  <a:schemeClr val="bg1"/>
                </a:solidFill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3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400AD4">
                <a:alpha val="100000"/>
              </a:srgbClr>
            </a:gs>
            <a:gs pos="50000">
              <a:srgbClr val="5234A9">
                <a:alpha val="100000"/>
              </a:srgbClr>
            </a:gs>
            <a:gs pos="100000">
              <a:srgbClr val="1B1B1B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3979A2-459D-3E8C-4ECC-2D09A9C23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46">
            <a:extLst>
              <a:ext uri="{FF2B5EF4-FFF2-40B4-BE49-F238E27FC236}">
                <a16:creationId xmlns:a16="http://schemas.microsoft.com/office/drawing/2014/main" id="{91EFD567-A2D3-0C44-2C21-3C7EF336811B}"/>
              </a:ext>
            </a:extLst>
          </p:cNvPr>
          <p:cNvSpPr/>
          <p:nvPr/>
        </p:nvSpPr>
        <p:spPr>
          <a:xfrm>
            <a:off x="10772775" y="1"/>
            <a:ext cx="7515225" cy="10287000"/>
          </a:xfrm>
          <a:custGeom>
            <a:avLst/>
            <a:gdLst/>
            <a:ahLst/>
            <a:cxnLst/>
            <a:rect l="l" t="t" r="r" b="b"/>
            <a:pathLst>
              <a:path w="1703021" h="2601837">
                <a:moveTo>
                  <a:pt x="0" y="0"/>
                </a:moveTo>
                <a:lnTo>
                  <a:pt x="1703021" y="0"/>
                </a:lnTo>
                <a:lnTo>
                  <a:pt x="1703021" y="2601837"/>
                </a:lnTo>
                <a:lnTo>
                  <a:pt x="0" y="26018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3AC98592-6290-6EB5-4516-C69B39FA0E3D}"/>
              </a:ext>
            </a:extLst>
          </p:cNvPr>
          <p:cNvSpPr txBox="1"/>
          <p:nvPr/>
        </p:nvSpPr>
        <p:spPr>
          <a:xfrm>
            <a:off x="11592098" y="3215136"/>
            <a:ext cx="6695902" cy="24617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450"/>
              </a:lnSpc>
            </a:pPr>
            <a:r>
              <a:rPr lang="en-US" sz="9000" b="1" dirty="0">
                <a:solidFill>
                  <a:schemeClr val="bg1">
                    <a:lumMod val="75000"/>
                  </a:schemeClr>
                </a:solidFill>
                <a:latin typeface="DM Sans"/>
                <a:ea typeface="DM Sans"/>
                <a:cs typeface="DM Sans"/>
                <a:sym typeface="DM Sans"/>
              </a:rPr>
              <a:t>PROBLEM STATEMENT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C53AF09-D3CE-2D38-360E-B5D16F2C6C43}"/>
              </a:ext>
            </a:extLst>
          </p:cNvPr>
          <p:cNvSpPr txBox="1"/>
          <p:nvPr/>
        </p:nvSpPr>
        <p:spPr>
          <a:xfrm>
            <a:off x="1409692" y="1952620"/>
            <a:ext cx="8686800" cy="6494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  <a:latin typeface="DM Sans" pitchFamily="2" charset="0"/>
              </a:rPr>
              <a:t>The current income classification system faces challenges due to class imbalance and biased predictions.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>
              <a:solidFill>
                <a:schemeClr val="bg1"/>
              </a:solidFill>
              <a:latin typeface="DM Sans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  <a:latin typeface="DM Sans" pitchFamily="2" charset="0"/>
              </a:rPr>
              <a:t>The objective of this project is to develop a Machine Learning model that accurately classifies whether an individual earns ≤50K or &gt;50K using demographic and employment-related features.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>
              <a:solidFill>
                <a:schemeClr val="bg1"/>
              </a:solidFill>
              <a:latin typeface="DM Sans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  <a:latin typeface="DM Sans" pitchFamily="2" charset="0"/>
              </a:rPr>
              <a:t>Special focus is given to improving minority class (&gt;50K) detection.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3200" dirty="0">
              <a:solidFill>
                <a:schemeClr val="bg1"/>
              </a:solidFill>
              <a:latin typeface="DM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1672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400AD4">
                <a:alpha val="100000"/>
              </a:srgbClr>
            </a:gs>
            <a:gs pos="50000">
              <a:srgbClr val="5234A9">
                <a:alpha val="100000"/>
              </a:srgbClr>
            </a:gs>
            <a:gs pos="100000">
              <a:srgbClr val="1B1B1B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47">
            <a:extLst>
              <a:ext uri="{FF2B5EF4-FFF2-40B4-BE49-F238E27FC236}">
                <a16:creationId xmlns:a16="http://schemas.microsoft.com/office/drawing/2014/main" id="{D53B0C8E-16F5-1F92-FFE1-46644B19825B}"/>
              </a:ext>
            </a:extLst>
          </p:cNvPr>
          <p:cNvSpPr/>
          <p:nvPr/>
        </p:nvSpPr>
        <p:spPr>
          <a:xfrm flipV="1">
            <a:off x="0" y="-1"/>
            <a:ext cx="6843713" cy="10287000"/>
          </a:xfrm>
          <a:custGeom>
            <a:avLst/>
            <a:gdLst/>
            <a:ahLst/>
            <a:cxnLst/>
            <a:rect l="l" t="t" r="r" b="b"/>
            <a:pathLst>
              <a:path w="1697007" h="2607134">
                <a:moveTo>
                  <a:pt x="0" y="0"/>
                </a:moveTo>
                <a:lnTo>
                  <a:pt x="1697007" y="0"/>
                </a:lnTo>
                <a:lnTo>
                  <a:pt x="1697007" y="2607133"/>
                </a:lnTo>
                <a:lnTo>
                  <a:pt x="0" y="26071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8153400" y="2705100"/>
            <a:ext cx="9426098" cy="60176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>
                <a:solidFill>
                  <a:schemeClr val="bg1"/>
                </a:solidFill>
              </a:rPr>
              <a:t>Develop a </a:t>
            </a:r>
            <a:r>
              <a:rPr lang="en-US" sz="3600" b="1">
                <a:solidFill>
                  <a:schemeClr val="bg1"/>
                </a:solidFill>
              </a:rPr>
              <a:t>Machine Learning model</a:t>
            </a:r>
            <a:r>
              <a:rPr lang="en-US" sz="3600">
                <a:solidFill>
                  <a:schemeClr val="bg1"/>
                </a:solidFill>
              </a:rPr>
              <a:t> to predict salary categories.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>
                <a:solidFill>
                  <a:schemeClr val="bg1"/>
                </a:solidFill>
              </a:rPr>
              <a:t>Handle </a:t>
            </a:r>
            <a:r>
              <a:rPr lang="en-US" sz="3600" b="1">
                <a:solidFill>
                  <a:schemeClr val="bg1"/>
                </a:solidFill>
              </a:rPr>
              <a:t>class imbalance</a:t>
            </a:r>
            <a:r>
              <a:rPr lang="en-US" sz="3600">
                <a:solidFill>
                  <a:schemeClr val="bg1"/>
                </a:solidFill>
              </a:rPr>
              <a:t> in the dataset using </a:t>
            </a:r>
            <a:r>
              <a:rPr lang="en-US" sz="3600" b="1">
                <a:solidFill>
                  <a:schemeClr val="bg1"/>
                </a:solidFill>
              </a:rPr>
              <a:t>SMOTE</a:t>
            </a:r>
            <a:r>
              <a:rPr lang="en-US" sz="3600">
                <a:solidFill>
                  <a:schemeClr val="bg1"/>
                </a:solidFill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>
                <a:solidFill>
                  <a:schemeClr val="bg1"/>
                </a:solidFill>
              </a:rPr>
              <a:t>Improve the </a:t>
            </a:r>
            <a:r>
              <a:rPr lang="en-US" sz="3600" b="1">
                <a:solidFill>
                  <a:schemeClr val="bg1"/>
                </a:solidFill>
              </a:rPr>
              <a:t>recall performance of the minority class (&gt;50K)</a:t>
            </a:r>
            <a:r>
              <a:rPr lang="en-US" sz="3600">
                <a:solidFill>
                  <a:schemeClr val="bg1"/>
                </a:solidFill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>
                <a:solidFill>
                  <a:schemeClr val="bg1"/>
                </a:solidFill>
              </a:rPr>
              <a:t>Reduce unnecessary features through </a:t>
            </a:r>
            <a:r>
              <a:rPr lang="en-US" sz="3600" b="1">
                <a:solidFill>
                  <a:schemeClr val="bg1"/>
                </a:solidFill>
              </a:rPr>
              <a:t>feature selection</a:t>
            </a:r>
            <a:r>
              <a:rPr lang="en-US" sz="3600">
                <a:solidFill>
                  <a:schemeClr val="bg1"/>
                </a:solidFill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>
                <a:solidFill>
                  <a:schemeClr val="bg1"/>
                </a:solidFill>
              </a:rPr>
              <a:t>Build a </a:t>
            </a:r>
            <a:r>
              <a:rPr lang="en-US" sz="3600" b="1">
                <a:solidFill>
                  <a:schemeClr val="bg1"/>
                </a:solidFill>
              </a:rPr>
              <a:t>user-friendly web application using </a:t>
            </a:r>
            <a:r>
              <a:rPr lang="en-US" sz="3600" b="1" err="1">
                <a:solidFill>
                  <a:schemeClr val="bg1"/>
                </a:solidFill>
              </a:rPr>
              <a:t>Streamlit</a:t>
            </a:r>
            <a:r>
              <a:rPr lang="en-US" sz="3600">
                <a:solidFill>
                  <a:schemeClr val="bg1"/>
                </a:solidFill>
              </a:rPr>
              <a:t> for real-time salary prediction.</a:t>
            </a:r>
          </a:p>
          <a:p>
            <a:pPr algn="l">
              <a:lnSpc>
                <a:spcPts val="3919"/>
              </a:lnSpc>
            </a:pPr>
            <a:endParaRPr lang="en-US" sz="3200">
              <a:solidFill>
                <a:schemeClr val="bg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929C2C-06E7-C0BA-ABBB-32D5A56B18A8}"/>
              </a:ext>
            </a:extLst>
          </p:cNvPr>
          <p:cNvSpPr txBox="1"/>
          <p:nvPr/>
        </p:nvSpPr>
        <p:spPr>
          <a:xfrm>
            <a:off x="-139251" y="3695700"/>
            <a:ext cx="714965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0" b="1" dirty="0">
                <a:solidFill>
                  <a:schemeClr val="bg1"/>
                </a:solidFill>
                <a:latin typeface="DM Sans" pitchFamily="2" charset="0"/>
              </a:rPr>
              <a:t>PROJECT OBJECTIVES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400AD4">
                <a:alpha val="100000"/>
              </a:srgbClr>
            </a:gs>
            <a:gs pos="50000">
              <a:srgbClr val="5234A9">
                <a:alpha val="100000"/>
              </a:srgbClr>
            </a:gs>
            <a:gs pos="100000">
              <a:srgbClr val="1B1B1B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32F6BE-9F5C-D45C-03A5-3A1935978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51E47266-9154-3231-82C3-F5745CEF50A3}"/>
              </a:ext>
            </a:extLst>
          </p:cNvPr>
          <p:cNvSpPr txBox="1"/>
          <p:nvPr/>
        </p:nvSpPr>
        <p:spPr>
          <a:xfrm>
            <a:off x="1143000" y="2705100"/>
            <a:ext cx="9426098" cy="54168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200">
                <a:solidFill>
                  <a:schemeClr val="bg1"/>
                </a:solidFill>
              </a:rPr>
              <a:t>• The project uses the </a:t>
            </a:r>
            <a:r>
              <a:rPr lang="en-US" sz="3200" b="1">
                <a:solidFill>
                  <a:schemeClr val="bg1"/>
                </a:solidFill>
              </a:rPr>
              <a:t>Adult Census Income Dataset</a:t>
            </a:r>
            <a:r>
              <a:rPr lang="en-US" sz="3200">
                <a:solidFill>
                  <a:schemeClr val="bg1"/>
                </a:solidFill>
              </a:rPr>
              <a:t>, a widely used dataset for income classification.</a:t>
            </a:r>
          </a:p>
          <a:p>
            <a:r>
              <a:rPr lang="en-US" sz="3200">
                <a:solidFill>
                  <a:schemeClr val="bg1"/>
                </a:solidFill>
              </a:rPr>
              <a:t>• The dataset contains </a:t>
            </a:r>
            <a:r>
              <a:rPr lang="en-US" sz="3200" b="1">
                <a:solidFill>
                  <a:schemeClr val="bg1"/>
                </a:solidFill>
              </a:rPr>
              <a:t>30,162 clean records</a:t>
            </a:r>
            <a:r>
              <a:rPr lang="en-US" sz="3200">
                <a:solidFill>
                  <a:schemeClr val="bg1"/>
                </a:solidFill>
              </a:rPr>
              <a:t> after removing missing values.</a:t>
            </a:r>
          </a:p>
          <a:p>
            <a:r>
              <a:rPr lang="en-US" sz="3200">
                <a:solidFill>
                  <a:schemeClr val="bg1"/>
                </a:solidFill>
              </a:rPr>
              <a:t>• Each record represents </a:t>
            </a:r>
            <a:r>
              <a:rPr lang="en-US" sz="3200" b="1">
                <a:solidFill>
                  <a:schemeClr val="bg1"/>
                </a:solidFill>
              </a:rPr>
              <a:t>demographic and employment-related information of individuals</a:t>
            </a:r>
            <a:r>
              <a:rPr lang="en-US" sz="3200">
                <a:solidFill>
                  <a:schemeClr val="bg1"/>
                </a:solidFill>
              </a:rPr>
              <a:t>.</a:t>
            </a:r>
          </a:p>
          <a:p>
            <a:r>
              <a:rPr lang="en-US" sz="3200">
                <a:solidFill>
                  <a:schemeClr val="bg1"/>
                </a:solidFill>
              </a:rPr>
              <a:t>• The dataset includes features such as </a:t>
            </a:r>
            <a:r>
              <a:rPr lang="en-US" sz="3200" b="1">
                <a:solidFill>
                  <a:schemeClr val="bg1"/>
                </a:solidFill>
              </a:rPr>
              <a:t>age, education, occupation, </a:t>
            </a:r>
            <a:r>
              <a:rPr lang="en-US" sz="3200" b="1" err="1">
                <a:solidFill>
                  <a:schemeClr val="bg1"/>
                </a:solidFill>
              </a:rPr>
              <a:t>workclass</a:t>
            </a:r>
            <a:r>
              <a:rPr lang="en-US" sz="3200" b="1">
                <a:solidFill>
                  <a:schemeClr val="bg1"/>
                </a:solidFill>
              </a:rPr>
              <a:t>, and hours-per-week</a:t>
            </a:r>
            <a:r>
              <a:rPr lang="en-US" sz="3200">
                <a:solidFill>
                  <a:schemeClr val="bg1"/>
                </a:solidFill>
              </a:rPr>
              <a:t>.</a:t>
            </a:r>
          </a:p>
          <a:p>
            <a:r>
              <a:rPr lang="en-US" sz="3200">
                <a:solidFill>
                  <a:schemeClr val="bg1"/>
                </a:solidFill>
              </a:rPr>
              <a:t>• The target variable is </a:t>
            </a:r>
            <a:r>
              <a:rPr lang="en-US" sz="3200" b="1">
                <a:solidFill>
                  <a:schemeClr val="bg1"/>
                </a:solidFill>
              </a:rPr>
              <a:t>salary</a:t>
            </a:r>
            <a:r>
              <a:rPr lang="en-US" sz="3200">
                <a:solidFill>
                  <a:schemeClr val="bg1"/>
                </a:solidFill>
              </a:rPr>
              <a:t>, which is classified into two categories:</a:t>
            </a:r>
            <a:br>
              <a:rPr lang="en-US" sz="3200">
                <a:solidFill>
                  <a:schemeClr val="bg1"/>
                </a:solidFill>
              </a:rPr>
            </a:br>
            <a:r>
              <a:rPr lang="en-US" sz="3200" b="1">
                <a:solidFill>
                  <a:schemeClr val="bg1"/>
                </a:solidFill>
              </a:rPr>
              <a:t>≤50K and &gt;50K</a:t>
            </a:r>
            <a:r>
              <a:rPr lang="en-US" sz="320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B9E174F7-F4C3-4BA0-7DD0-A3697AADBCFE}"/>
              </a:ext>
            </a:extLst>
          </p:cNvPr>
          <p:cNvSpPr/>
          <p:nvPr/>
        </p:nvSpPr>
        <p:spPr>
          <a:xfrm rot="5385950">
            <a:off x="9547060" y="1586468"/>
            <a:ext cx="10272218" cy="7128328"/>
          </a:xfrm>
          <a:custGeom>
            <a:avLst/>
            <a:gdLst/>
            <a:ahLst/>
            <a:cxnLst/>
            <a:rect l="l" t="t" r="r" b="b"/>
            <a:pathLst>
              <a:path w="10432873" h="6790852">
                <a:moveTo>
                  <a:pt x="0" y="0"/>
                </a:moveTo>
                <a:lnTo>
                  <a:pt x="10432873" y="0"/>
                </a:lnTo>
                <a:lnTo>
                  <a:pt x="10432873" y="6790852"/>
                </a:lnTo>
                <a:lnTo>
                  <a:pt x="0" y="67908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3C2FE8-3C45-909D-9955-97E1B089786F}"/>
              </a:ext>
            </a:extLst>
          </p:cNvPr>
          <p:cNvSpPr txBox="1"/>
          <p:nvPr/>
        </p:nvSpPr>
        <p:spPr>
          <a:xfrm>
            <a:off x="11098041" y="4381500"/>
            <a:ext cx="717090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0">
                <a:solidFill>
                  <a:schemeClr val="bg1"/>
                </a:solidFill>
                <a:latin typeface="DM Sans Bold" charset="0"/>
              </a:rPr>
              <a:t>DATASET OVERVIEW</a:t>
            </a:r>
          </a:p>
        </p:txBody>
      </p:sp>
    </p:spTree>
    <p:extLst>
      <p:ext uri="{BB962C8B-B14F-4D97-AF65-F5344CB8AC3E}">
        <p14:creationId xmlns:p14="http://schemas.microsoft.com/office/powerpoint/2010/main" val="42052828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400AD4">
                <a:alpha val="100000"/>
              </a:srgbClr>
            </a:gs>
            <a:gs pos="50000">
              <a:srgbClr val="5234A9">
                <a:alpha val="100000"/>
              </a:srgbClr>
            </a:gs>
            <a:gs pos="100000">
              <a:srgbClr val="1B1B1B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A644E4-138C-94BC-4B81-C593AF59C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3E628416-43B0-7C6C-0C39-99111A6758ED}"/>
              </a:ext>
            </a:extLst>
          </p:cNvPr>
          <p:cNvSpPr txBox="1"/>
          <p:nvPr/>
        </p:nvSpPr>
        <p:spPr>
          <a:xfrm>
            <a:off x="8272708" y="2705100"/>
            <a:ext cx="9426098" cy="54168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200">
                <a:solidFill>
                  <a:schemeClr val="bg1"/>
                </a:solidFill>
              </a:rPr>
              <a:t>• The project uses the </a:t>
            </a:r>
            <a:r>
              <a:rPr lang="en-US" sz="3200" b="1">
                <a:solidFill>
                  <a:schemeClr val="bg1"/>
                </a:solidFill>
              </a:rPr>
              <a:t>Adult Census Income Dataset</a:t>
            </a:r>
            <a:r>
              <a:rPr lang="en-US" sz="3200">
                <a:solidFill>
                  <a:schemeClr val="bg1"/>
                </a:solidFill>
              </a:rPr>
              <a:t>, a widely used dataset for income classification.</a:t>
            </a:r>
          </a:p>
          <a:p>
            <a:r>
              <a:rPr lang="en-US" sz="3200">
                <a:solidFill>
                  <a:schemeClr val="bg1"/>
                </a:solidFill>
              </a:rPr>
              <a:t>• The dataset contains </a:t>
            </a:r>
            <a:r>
              <a:rPr lang="en-US" sz="3200" b="1">
                <a:solidFill>
                  <a:schemeClr val="bg1"/>
                </a:solidFill>
              </a:rPr>
              <a:t>30,162 clean records</a:t>
            </a:r>
            <a:r>
              <a:rPr lang="en-US" sz="3200">
                <a:solidFill>
                  <a:schemeClr val="bg1"/>
                </a:solidFill>
              </a:rPr>
              <a:t> after removing missing values.</a:t>
            </a:r>
          </a:p>
          <a:p>
            <a:r>
              <a:rPr lang="en-US" sz="3200">
                <a:solidFill>
                  <a:schemeClr val="bg1"/>
                </a:solidFill>
              </a:rPr>
              <a:t>• Each record represents </a:t>
            </a:r>
            <a:r>
              <a:rPr lang="en-US" sz="3200" b="1">
                <a:solidFill>
                  <a:schemeClr val="bg1"/>
                </a:solidFill>
              </a:rPr>
              <a:t>demographic and employment-related information of individuals</a:t>
            </a:r>
            <a:r>
              <a:rPr lang="en-US" sz="3200">
                <a:solidFill>
                  <a:schemeClr val="bg1"/>
                </a:solidFill>
              </a:rPr>
              <a:t>.</a:t>
            </a:r>
          </a:p>
          <a:p>
            <a:r>
              <a:rPr lang="en-US" sz="3200">
                <a:solidFill>
                  <a:schemeClr val="bg1"/>
                </a:solidFill>
              </a:rPr>
              <a:t>• The dataset includes features such as </a:t>
            </a:r>
            <a:r>
              <a:rPr lang="en-US" sz="3200" b="1">
                <a:solidFill>
                  <a:schemeClr val="bg1"/>
                </a:solidFill>
              </a:rPr>
              <a:t>age, education, occupation, </a:t>
            </a:r>
            <a:r>
              <a:rPr lang="en-US" sz="3200" b="1" err="1">
                <a:solidFill>
                  <a:schemeClr val="bg1"/>
                </a:solidFill>
              </a:rPr>
              <a:t>workclass</a:t>
            </a:r>
            <a:r>
              <a:rPr lang="en-US" sz="3200" b="1">
                <a:solidFill>
                  <a:schemeClr val="bg1"/>
                </a:solidFill>
              </a:rPr>
              <a:t>, and hours-per-week</a:t>
            </a:r>
            <a:r>
              <a:rPr lang="en-US" sz="3200">
                <a:solidFill>
                  <a:schemeClr val="bg1"/>
                </a:solidFill>
              </a:rPr>
              <a:t>.</a:t>
            </a:r>
          </a:p>
          <a:p>
            <a:r>
              <a:rPr lang="en-US" sz="3200">
                <a:solidFill>
                  <a:schemeClr val="bg1"/>
                </a:solidFill>
              </a:rPr>
              <a:t>• The target variable is </a:t>
            </a:r>
            <a:r>
              <a:rPr lang="en-US" sz="3200" b="1">
                <a:solidFill>
                  <a:schemeClr val="bg1"/>
                </a:solidFill>
              </a:rPr>
              <a:t>salary</a:t>
            </a:r>
            <a:r>
              <a:rPr lang="en-US" sz="3200">
                <a:solidFill>
                  <a:schemeClr val="bg1"/>
                </a:solidFill>
              </a:rPr>
              <a:t>, which is classified into two categories:</a:t>
            </a:r>
            <a:br>
              <a:rPr lang="en-US" sz="3200">
                <a:solidFill>
                  <a:schemeClr val="bg1"/>
                </a:solidFill>
              </a:rPr>
            </a:br>
            <a:r>
              <a:rPr lang="en-US" sz="3200" b="1">
                <a:solidFill>
                  <a:schemeClr val="bg1"/>
                </a:solidFill>
              </a:rPr>
              <a:t>≤50K and &gt;50K</a:t>
            </a:r>
            <a:r>
              <a:rPr lang="en-US" sz="3200">
                <a:solidFill>
                  <a:schemeClr val="bg1"/>
                </a:solidFill>
              </a:rPr>
              <a:t>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305E3A8-DA41-A550-76F4-9434D127687E}"/>
              </a:ext>
            </a:extLst>
          </p:cNvPr>
          <p:cNvGrpSpPr/>
          <p:nvPr/>
        </p:nvGrpSpPr>
        <p:grpSpPr>
          <a:xfrm>
            <a:off x="-89385" y="-1"/>
            <a:ext cx="7699853" cy="10286999"/>
            <a:chOff x="10569098" y="-1"/>
            <a:chExt cx="7699853" cy="10286999"/>
          </a:xfrm>
        </p:grpSpPr>
        <p:sp>
          <p:nvSpPr>
            <p:cNvPr id="2" name="Freeform 49">
              <a:extLst>
                <a:ext uri="{FF2B5EF4-FFF2-40B4-BE49-F238E27FC236}">
                  <a16:creationId xmlns:a16="http://schemas.microsoft.com/office/drawing/2014/main" id="{B5AD405D-910C-7074-5368-325F69785CCF}"/>
                </a:ext>
              </a:extLst>
            </p:cNvPr>
            <p:cNvSpPr/>
            <p:nvPr/>
          </p:nvSpPr>
          <p:spPr>
            <a:xfrm flipV="1">
              <a:off x="10569098" y="-1"/>
              <a:ext cx="7699852" cy="10286999"/>
            </a:xfrm>
            <a:custGeom>
              <a:avLst/>
              <a:gdLst/>
              <a:ahLst/>
              <a:cxnLst/>
              <a:rect l="l" t="t" r="r" b="b"/>
              <a:pathLst>
                <a:path w="1668854" h="2563882">
                  <a:moveTo>
                    <a:pt x="0" y="2563881"/>
                  </a:moveTo>
                  <a:lnTo>
                    <a:pt x="1668854" y="2563881"/>
                  </a:lnTo>
                  <a:lnTo>
                    <a:pt x="1668854" y="0"/>
                  </a:lnTo>
                  <a:lnTo>
                    <a:pt x="0" y="0"/>
                  </a:lnTo>
                  <a:lnTo>
                    <a:pt x="0" y="2563881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28E31A1-A112-9694-3A36-99464870AF63}"/>
                </a:ext>
              </a:extLst>
            </p:cNvPr>
            <p:cNvSpPr txBox="1"/>
            <p:nvPr/>
          </p:nvSpPr>
          <p:spPr>
            <a:xfrm>
              <a:off x="10569099" y="4381500"/>
              <a:ext cx="7699852" cy="42473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9000" dirty="0">
                  <a:solidFill>
                    <a:schemeClr val="bg1"/>
                  </a:solidFill>
                  <a:latin typeface="DM Sans Bold" charset="0"/>
                </a:rPr>
                <a:t>DATASET DISTRIBUTION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947571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50000">
              <a:srgbClr val="5234A9">
                <a:alpha val="100000"/>
              </a:srgbClr>
            </a:gs>
            <a:gs pos="100000">
              <a:srgbClr val="400AD4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46">
            <a:extLst>
              <a:ext uri="{FF2B5EF4-FFF2-40B4-BE49-F238E27FC236}">
                <a16:creationId xmlns:a16="http://schemas.microsoft.com/office/drawing/2014/main" id="{2A8F1E20-A40A-36EE-6307-7841B435A38A}"/>
              </a:ext>
            </a:extLst>
          </p:cNvPr>
          <p:cNvSpPr/>
          <p:nvPr/>
        </p:nvSpPr>
        <p:spPr>
          <a:xfrm>
            <a:off x="9801055" y="0"/>
            <a:ext cx="8486945" cy="10287000"/>
          </a:xfrm>
          <a:custGeom>
            <a:avLst/>
            <a:gdLst/>
            <a:ahLst/>
            <a:cxnLst/>
            <a:rect l="l" t="t" r="r" b="b"/>
            <a:pathLst>
              <a:path w="1703021" h="2601837">
                <a:moveTo>
                  <a:pt x="0" y="0"/>
                </a:moveTo>
                <a:lnTo>
                  <a:pt x="1703021" y="0"/>
                </a:lnTo>
                <a:lnTo>
                  <a:pt x="1703021" y="2601837"/>
                </a:lnTo>
                <a:lnTo>
                  <a:pt x="0" y="26018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Freeform 3"/>
          <p:cNvSpPr/>
          <p:nvPr/>
        </p:nvSpPr>
        <p:spPr>
          <a:xfrm>
            <a:off x="12774364" y="4630357"/>
            <a:ext cx="1665514" cy="1665514"/>
          </a:xfrm>
          <a:custGeom>
            <a:avLst/>
            <a:gdLst/>
            <a:ahLst/>
            <a:cxnLst/>
            <a:rect l="l" t="t" r="r" b="b"/>
            <a:pathLst>
              <a:path w="1665514" h="1665514">
                <a:moveTo>
                  <a:pt x="0" y="0"/>
                </a:moveTo>
                <a:lnTo>
                  <a:pt x="1665515" y="0"/>
                </a:lnTo>
                <a:lnTo>
                  <a:pt x="1665515" y="1665514"/>
                </a:lnTo>
                <a:lnTo>
                  <a:pt x="0" y="16655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85C5F64-F0E1-B140-A885-571D091F3C92}"/>
              </a:ext>
            </a:extLst>
          </p:cNvPr>
          <p:cNvGrpSpPr/>
          <p:nvPr/>
        </p:nvGrpSpPr>
        <p:grpSpPr>
          <a:xfrm>
            <a:off x="10258269" y="868283"/>
            <a:ext cx="6473883" cy="5640659"/>
            <a:chOff x="304801" y="1790700"/>
            <a:chExt cx="6473883" cy="5640659"/>
          </a:xfrm>
        </p:grpSpPr>
        <p:sp>
          <p:nvSpPr>
            <p:cNvPr id="4" name="TextBox 4"/>
            <p:cNvSpPr txBox="1"/>
            <p:nvPr/>
          </p:nvSpPr>
          <p:spPr>
            <a:xfrm>
              <a:off x="304801" y="1790700"/>
              <a:ext cx="6473883" cy="370203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9450"/>
                </a:lnSpc>
              </a:pPr>
              <a:r>
                <a:rPr lang="en-IN" sz="9600" dirty="0">
                  <a:solidFill>
                    <a:schemeClr val="bg1"/>
                  </a:solidFill>
                  <a:latin typeface="DM Sans Bold" charset="0"/>
                </a:rPr>
                <a:t>Class Imbalance Problem</a:t>
              </a:r>
              <a:endParaRPr lang="en-US" sz="9000" dirty="0">
                <a:solidFill>
                  <a:schemeClr val="bg1"/>
                </a:solidFill>
                <a:latin typeface="DM Sans Bold" charset="0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381000" y="5453253"/>
              <a:ext cx="5818635" cy="197810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just">
                <a:lnSpc>
                  <a:spcPts val="3919"/>
                </a:lnSpc>
                <a:spcBef>
                  <a:spcPct val="0"/>
                </a:spcBef>
              </a:pPr>
              <a:r>
                <a:rPr lang="en-US" sz="2800" dirty="0">
                  <a:solidFill>
                    <a:schemeClr val="bg1"/>
                  </a:solidFill>
                  <a:latin typeface="DM Sans" pitchFamily="2" charset="0"/>
                </a:rPr>
                <a:t>Identifying the imbalance in salary categories and understanding its impact on machine learning model performance.</a:t>
              </a:r>
              <a:endParaRPr lang="en-US" sz="2799" dirty="0">
                <a:solidFill>
                  <a:schemeClr val="bg1"/>
                </a:solidFill>
                <a:latin typeface="DM Sans" pitchFamily="2" charset="0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6B413BF-8AAA-76CD-0EF4-79EF43EC80D5}"/>
              </a:ext>
            </a:extLst>
          </p:cNvPr>
          <p:cNvGrpSpPr/>
          <p:nvPr/>
        </p:nvGrpSpPr>
        <p:grpSpPr>
          <a:xfrm>
            <a:off x="266489" y="1721888"/>
            <a:ext cx="9856432" cy="7277564"/>
            <a:chOff x="8431568" y="3351528"/>
            <a:chExt cx="9856432" cy="7277564"/>
          </a:xfrm>
        </p:grpSpPr>
        <p:sp>
          <p:nvSpPr>
            <p:cNvPr id="6" name="TextBox 6"/>
            <p:cNvSpPr txBox="1"/>
            <p:nvPr/>
          </p:nvSpPr>
          <p:spPr>
            <a:xfrm>
              <a:off x="8431568" y="3351528"/>
              <a:ext cx="4342787" cy="42505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3150"/>
                </a:lnSpc>
              </a:pPr>
              <a:r>
                <a:rPr lang="en-IN" sz="3200" dirty="0">
                  <a:solidFill>
                    <a:schemeClr val="bg1"/>
                  </a:solidFill>
                  <a:latin typeface="DM Sans Bold" charset="0"/>
                </a:rPr>
                <a:t>Dataset Distribution</a:t>
              </a:r>
              <a:endParaRPr lang="en-US" sz="3000" b="1" dirty="0">
                <a:solidFill>
                  <a:schemeClr val="bg1"/>
                </a:solidFill>
                <a:latin typeface="DM Sans Bold" charset="0"/>
                <a:ea typeface="DM Sans Bold"/>
                <a:cs typeface="DM Sans Bold"/>
                <a:sym typeface="DM Sans Bold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2088567" y="6635347"/>
              <a:ext cx="3532433" cy="42293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3150"/>
                </a:lnSpc>
              </a:pPr>
              <a:r>
                <a:rPr lang="en-IN" sz="3200">
                  <a:solidFill>
                    <a:schemeClr val="bg1"/>
                  </a:solidFill>
                  <a:latin typeface="DM Sans Bold" charset="0"/>
                </a:rPr>
                <a:t>Impact on Model</a:t>
              </a:r>
              <a:endParaRPr lang="en-US" sz="3000" b="1">
                <a:solidFill>
                  <a:schemeClr val="bg1"/>
                </a:solidFill>
                <a:latin typeface="DM Sans Bold" charset="0"/>
                <a:ea typeface="DM Sans Bold"/>
                <a:cs typeface="DM Sans Bold"/>
                <a:sym typeface="DM Sans Bold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431568" y="3900868"/>
              <a:ext cx="6656019" cy="258263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r>
                <a:rPr lang="en-US" sz="2800" dirty="0">
                  <a:solidFill>
                    <a:schemeClr val="bg1"/>
                  </a:solidFill>
                </a:rPr>
                <a:t>The dataset contains two salary classes:</a:t>
              </a: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en-US" sz="2800" b="1" dirty="0">
                  <a:solidFill>
                    <a:schemeClr val="bg1"/>
                  </a:solidFill>
                </a:rPr>
                <a:t>≤50K</a:t>
              </a:r>
              <a:r>
                <a:rPr lang="en-US" sz="2800" dirty="0">
                  <a:solidFill>
                    <a:schemeClr val="bg1"/>
                  </a:solidFill>
                </a:rPr>
                <a:t> – Majority class (75.11%)</a:t>
              </a: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en-US" sz="2800" b="1" dirty="0">
                  <a:solidFill>
                    <a:schemeClr val="bg1"/>
                  </a:solidFill>
                </a:rPr>
                <a:t>&gt;50K</a:t>
              </a:r>
              <a:r>
                <a:rPr lang="en-US" sz="2800" dirty="0">
                  <a:solidFill>
                    <a:schemeClr val="bg1"/>
                  </a:solidFill>
                </a:rPr>
                <a:t> – Minority class (24.89%)</a:t>
              </a: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en-US" sz="2800" dirty="0">
                  <a:solidFill>
                    <a:schemeClr val="bg1"/>
                  </a:solidFill>
                </a:rPr>
                <a:t>Total clean samples: </a:t>
              </a:r>
              <a:r>
                <a:rPr lang="en-US" sz="2800" b="1" dirty="0">
                  <a:solidFill>
                    <a:schemeClr val="bg1"/>
                  </a:solidFill>
                </a:rPr>
                <a:t>30,162</a:t>
              </a:r>
              <a:br>
                <a:rPr lang="en-US" sz="2800" dirty="0">
                  <a:solidFill>
                    <a:schemeClr val="bg1"/>
                  </a:solidFill>
                </a:rPr>
              </a:br>
              <a:r>
                <a:rPr lang="en-US" sz="2800" dirty="0">
                  <a:solidFill>
                    <a:schemeClr val="bg1"/>
                  </a:solidFill>
                </a:rPr>
                <a:t>Imbalance ratio: </a:t>
              </a:r>
              <a:r>
                <a:rPr lang="en-US" sz="2800" b="1" dirty="0">
                  <a:solidFill>
                    <a:schemeClr val="bg1"/>
                  </a:solidFill>
                </a:rPr>
                <a:t>1 : 3.02</a:t>
              </a:r>
              <a:endParaRPr lang="en-US" sz="2800" dirty="0">
                <a:solidFill>
                  <a:schemeClr val="bg1"/>
                </a:solidFill>
              </a:endParaRPr>
            </a:p>
            <a:p>
              <a:pPr algn="l">
                <a:lnSpc>
                  <a:spcPts val="3499"/>
                </a:lnSpc>
              </a:pPr>
              <a:endParaRPr lang="en-US" sz="2499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2088568" y="7184688"/>
              <a:ext cx="6199432" cy="344440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r>
                <a:rPr lang="en-US" sz="2800">
                  <a:solidFill>
                    <a:schemeClr val="bg1"/>
                  </a:solidFill>
                </a:rPr>
                <a:t>Class imbalance creates several issues:</a:t>
              </a: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en-US" sz="2800">
                  <a:solidFill>
                    <a:schemeClr val="bg1"/>
                  </a:solidFill>
                </a:rPr>
                <a:t>Models become </a:t>
              </a:r>
              <a:r>
                <a:rPr lang="en-US" sz="2800" b="1">
                  <a:solidFill>
                    <a:schemeClr val="bg1"/>
                  </a:solidFill>
                </a:rPr>
                <a:t>biased toward the majority class</a:t>
              </a: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en-US" sz="2800" b="1">
                  <a:solidFill>
                    <a:schemeClr val="bg1"/>
                  </a:solidFill>
                </a:rPr>
                <a:t>High accuracy but poor minority prediction</a:t>
              </a: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en-US" sz="2800">
                  <a:solidFill>
                    <a:schemeClr val="bg1"/>
                  </a:solidFill>
                </a:rPr>
                <a:t>Difficulty detecting </a:t>
              </a:r>
              <a:r>
                <a:rPr lang="en-US" sz="2800" b="1">
                  <a:solidFill>
                    <a:schemeClr val="bg1"/>
                  </a:solidFill>
                </a:rPr>
                <a:t>high-income individuals (&gt;50K)</a:t>
              </a:r>
              <a:endParaRPr lang="en-US" sz="2800">
                <a:solidFill>
                  <a:schemeClr val="bg1"/>
                </a:solidFill>
              </a:endParaRPr>
            </a:p>
            <a:p>
              <a:pPr algn="l">
                <a:lnSpc>
                  <a:spcPts val="3499"/>
                </a:lnSpc>
              </a:pPr>
              <a:endParaRPr lang="en-US" sz="2499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10" name="AutoShape 10"/>
          <p:cNvSpPr/>
          <p:nvPr/>
        </p:nvSpPr>
        <p:spPr>
          <a:xfrm>
            <a:off x="9801055" y="-128596"/>
            <a:ext cx="94762" cy="12086134"/>
          </a:xfrm>
          <a:prstGeom prst="line">
            <a:avLst/>
          </a:prstGeom>
          <a:ln w="38100" cap="flat">
            <a:solidFill>
              <a:srgbClr val="9B6A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  <p:sp>
        <p:nvSpPr>
          <p:cNvPr id="13" name="Freeform 51">
            <a:extLst>
              <a:ext uri="{FF2B5EF4-FFF2-40B4-BE49-F238E27FC236}">
                <a16:creationId xmlns:a16="http://schemas.microsoft.com/office/drawing/2014/main" id="{2C172522-C76C-8BC2-CB7A-2E38E6A08EA2}"/>
              </a:ext>
            </a:extLst>
          </p:cNvPr>
          <p:cNvSpPr/>
          <p:nvPr/>
        </p:nvSpPr>
        <p:spPr>
          <a:xfrm rot="5400000">
            <a:off x="1791069" y="7322625"/>
            <a:ext cx="1386293" cy="1386293"/>
          </a:xfrm>
          <a:custGeom>
            <a:avLst/>
            <a:gdLst/>
            <a:ahLst/>
            <a:cxnLst/>
            <a:rect l="l" t="t" r="r" b="b"/>
            <a:pathLst>
              <a:path w="1386293" h="1386293">
                <a:moveTo>
                  <a:pt x="0" y="0"/>
                </a:moveTo>
                <a:lnTo>
                  <a:pt x="1386293" y="0"/>
                </a:lnTo>
                <a:lnTo>
                  <a:pt x="1386293" y="1386293"/>
                </a:lnTo>
                <a:lnTo>
                  <a:pt x="0" y="138629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50000">
              <a:srgbClr val="5234A9">
                <a:alpha val="100000"/>
              </a:srgbClr>
            </a:gs>
            <a:gs pos="100000">
              <a:srgbClr val="400AD4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2D1207-92DB-DAA1-B50C-28ED532DC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56">
            <a:extLst>
              <a:ext uri="{FF2B5EF4-FFF2-40B4-BE49-F238E27FC236}">
                <a16:creationId xmlns:a16="http://schemas.microsoft.com/office/drawing/2014/main" id="{48B5CC2A-1B6B-82D3-7EED-4B67D0B4A80D}"/>
              </a:ext>
            </a:extLst>
          </p:cNvPr>
          <p:cNvSpPr/>
          <p:nvPr/>
        </p:nvSpPr>
        <p:spPr>
          <a:xfrm>
            <a:off x="53464" y="0"/>
            <a:ext cx="7765201" cy="10287000"/>
          </a:xfrm>
          <a:custGeom>
            <a:avLst/>
            <a:gdLst/>
            <a:ahLst/>
            <a:cxnLst/>
            <a:rect l="l" t="t" r="r" b="b"/>
            <a:pathLst>
              <a:path w="1429736" h="1429736">
                <a:moveTo>
                  <a:pt x="0" y="0"/>
                </a:moveTo>
                <a:lnTo>
                  <a:pt x="1429736" y="0"/>
                </a:lnTo>
                <a:lnTo>
                  <a:pt x="1429736" y="1429736"/>
                </a:lnTo>
                <a:lnTo>
                  <a:pt x="0" y="14297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" name="Freeform 2">
            <a:extLst>
              <a:ext uri="{FF2B5EF4-FFF2-40B4-BE49-F238E27FC236}">
                <a16:creationId xmlns:a16="http://schemas.microsoft.com/office/drawing/2014/main" id="{37ADCBFF-7DCA-F0EB-B00D-1708F0225C5C}"/>
              </a:ext>
            </a:extLst>
          </p:cNvPr>
          <p:cNvSpPr/>
          <p:nvPr/>
        </p:nvSpPr>
        <p:spPr>
          <a:xfrm rot="5400000">
            <a:off x="6966437" y="5214705"/>
            <a:ext cx="1665514" cy="1665514"/>
          </a:xfrm>
          <a:custGeom>
            <a:avLst/>
            <a:gdLst/>
            <a:ahLst/>
            <a:cxnLst/>
            <a:rect l="l" t="t" r="r" b="b"/>
            <a:pathLst>
              <a:path w="1665514" h="1665514">
                <a:moveTo>
                  <a:pt x="0" y="0"/>
                </a:moveTo>
                <a:lnTo>
                  <a:pt x="1665515" y="0"/>
                </a:lnTo>
                <a:lnTo>
                  <a:pt x="1665515" y="1665514"/>
                </a:lnTo>
                <a:lnTo>
                  <a:pt x="0" y="16655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EB90FB29-A640-5468-BE8C-ED7CD9D9BB10}"/>
              </a:ext>
            </a:extLst>
          </p:cNvPr>
          <p:cNvSpPr txBox="1"/>
          <p:nvPr/>
        </p:nvSpPr>
        <p:spPr>
          <a:xfrm>
            <a:off x="4697167" y="5253964"/>
            <a:ext cx="3532433" cy="4229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150"/>
              </a:lnSpc>
            </a:pPr>
            <a:r>
              <a:rPr lang="en-IN" sz="3200">
                <a:solidFill>
                  <a:schemeClr val="bg1"/>
                </a:solidFill>
                <a:latin typeface="DM Sans Bold" charset="0"/>
              </a:rPr>
              <a:t>After SMOTE</a:t>
            </a:r>
            <a:endParaRPr lang="en-US" sz="3000" b="1">
              <a:solidFill>
                <a:schemeClr val="bg1"/>
              </a:solidFill>
              <a:latin typeface="DM Sans Bold" charset="0"/>
              <a:ea typeface="DM Sans Bold"/>
              <a:cs typeface="DM Sans Bold"/>
              <a:sym typeface="DM Sans Bold"/>
            </a:endParaRPr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E0D9FA40-4577-79B6-6CC5-2704AA47AD4E}"/>
              </a:ext>
            </a:extLst>
          </p:cNvPr>
          <p:cNvSpPr/>
          <p:nvPr/>
        </p:nvSpPr>
        <p:spPr>
          <a:xfrm>
            <a:off x="2163626" y="3477986"/>
            <a:ext cx="1665514" cy="1665514"/>
          </a:xfrm>
          <a:custGeom>
            <a:avLst/>
            <a:gdLst/>
            <a:ahLst/>
            <a:cxnLst/>
            <a:rect l="l" t="t" r="r" b="b"/>
            <a:pathLst>
              <a:path w="1665514" h="1665514">
                <a:moveTo>
                  <a:pt x="0" y="0"/>
                </a:moveTo>
                <a:lnTo>
                  <a:pt x="1665515" y="0"/>
                </a:lnTo>
                <a:lnTo>
                  <a:pt x="1665515" y="1665514"/>
                </a:lnTo>
                <a:lnTo>
                  <a:pt x="0" y="16655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B5F1DA01-68E1-5D07-EDB0-80E39D61D8DF}"/>
              </a:ext>
            </a:extLst>
          </p:cNvPr>
          <p:cNvSpPr txBox="1"/>
          <p:nvPr/>
        </p:nvSpPr>
        <p:spPr>
          <a:xfrm>
            <a:off x="592199" y="2181849"/>
            <a:ext cx="6473883" cy="36957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450"/>
              </a:lnSpc>
            </a:pPr>
            <a:r>
              <a:rPr lang="en-IN" sz="9600" dirty="0">
                <a:solidFill>
                  <a:schemeClr val="bg1"/>
                </a:solidFill>
                <a:latin typeface="DM Sans Bold" charset="0"/>
              </a:rPr>
              <a:t>SMOTE</a:t>
            </a:r>
            <a:r>
              <a:rPr lang="en-IN" sz="9600" dirty="0"/>
              <a:t> </a:t>
            </a:r>
            <a:r>
              <a:rPr lang="en-IN" sz="9600" dirty="0">
                <a:solidFill>
                  <a:schemeClr val="bg1"/>
                </a:solidFill>
                <a:latin typeface="DM Sans" pitchFamily="2" charset="0"/>
              </a:rPr>
              <a:t>Data Balancing</a:t>
            </a:r>
            <a:endParaRPr lang="en-US" sz="9000" dirty="0">
              <a:solidFill>
                <a:schemeClr val="bg1"/>
              </a:solidFill>
              <a:latin typeface="DM Sans" pitchFamily="2" charset="0"/>
              <a:ea typeface="DM Sans"/>
              <a:cs typeface="DM Sans"/>
              <a:sym typeface="DM Sans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87BFE550-B5BB-D989-DBF0-88A3DB7BB75E}"/>
              </a:ext>
            </a:extLst>
          </p:cNvPr>
          <p:cNvSpPr txBox="1"/>
          <p:nvPr/>
        </p:nvSpPr>
        <p:spPr>
          <a:xfrm>
            <a:off x="390505" y="5991849"/>
            <a:ext cx="6473883" cy="24781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919"/>
              </a:lnSpc>
              <a:spcBef>
                <a:spcPct val="0"/>
              </a:spcBef>
            </a:pPr>
            <a:r>
              <a:rPr lang="en-US" sz="2800">
                <a:solidFill>
                  <a:schemeClr val="bg1"/>
                </a:solidFill>
                <a:latin typeface="DM Sans" pitchFamily="2" charset="0"/>
              </a:rPr>
              <a:t>Applying Synthetic Minority Oversampling Technique (SMOTE) to balance the dataset and improve minority class prediction.</a:t>
            </a:r>
          </a:p>
          <a:p>
            <a:pPr algn="just">
              <a:lnSpc>
                <a:spcPts val="3919"/>
              </a:lnSpc>
              <a:spcBef>
                <a:spcPct val="0"/>
              </a:spcBef>
            </a:pPr>
            <a:endParaRPr lang="en-US" sz="2799">
              <a:solidFill>
                <a:schemeClr val="bg1"/>
              </a:solidFill>
              <a:latin typeface="DM Sans" pitchFamily="2" charset="0"/>
              <a:ea typeface="DM Sans"/>
              <a:cs typeface="DM Sans"/>
              <a:sym typeface="DM Sans"/>
            </a:endParaRPr>
          </a:p>
        </p:txBody>
      </p:sp>
      <p:sp>
        <p:nvSpPr>
          <p:cNvPr id="10" name="AutoShape 10">
            <a:extLst>
              <a:ext uri="{FF2B5EF4-FFF2-40B4-BE49-F238E27FC236}">
                <a16:creationId xmlns:a16="http://schemas.microsoft.com/office/drawing/2014/main" id="{F42FA67A-0CA0-C9B9-7673-C8512F4FD6C3}"/>
              </a:ext>
            </a:extLst>
          </p:cNvPr>
          <p:cNvSpPr/>
          <p:nvPr/>
        </p:nvSpPr>
        <p:spPr>
          <a:xfrm>
            <a:off x="7773078" y="-370774"/>
            <a:ext cx="45588" cy="11249475"/>
          </a:xfrm>
          <a:prstGeom prst="line">
            <a:avLst/>
          </a:prstGeom>
          <a:ln w="38100" cap="flat">
            <a:solidFill>
              <a:srgbClr val="9B6A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493138B-92DF-97D4-A29C-3B3B08CC05E6}"/>
              </a:ext>
            </a:extLst>
          </p:cNvPr>
          <p:cNvGrpSpPr/>
          <p:nvPr/>
        </p:nvGrpSpPr>
        <p:grpSpPr>
          <a:xfrm>
            <a:off x="8003306" y="247254"/>
            <a:ext cx="10619032" cy="8853651"/>
            <a:chOff x="381000" y="861849"/>
            <a:chExt cx="10619032" cy="8853651"/>
          </a:xfrm>
        </p:grpSpPr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DDFAD5B6-7FDF-6A8C-C761-50CD09252395}"/>
                </a:ext>
              </a:extLst>
            </p:cNvPr>
            <p:cNvSpPr txBox="1"/>
            <p:nvPr/>
          </p:nvSpPr>
          <p:spPr>
            <a:xfrm>
              <a:off x="533400" y="1485900"/>
              <a:ext cx="4342787" cy="42293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3150"/>
                </a:lnSpc>
              </a:pPr>
              <a:r>
                <a:rPr lang="en-IN" sz="3200">
                  <a:solidFill>
                    <a:schemeClr val="bg1"/>
                  </a:solidFill>
                  <a:latin typeface="DM Sans Bold" charset="0"/>
                </a:rPr>
                <a:t>Before SMOTE</a:t>
              </a:r>
              <a:endParaRPr lang="en-US" sz="3000" b="1">
                <a:solidFill>
                  <a:schemeClr val="bg1"/>
                </a:solidFill>
                <a:latin typeface="DM Sans Bold" charset="0"/>
                <a:ea typeface="DM Sans Bold"/>
                <a:cs typeface="DM Sans Bold"/>
                <a:sym typeface="DM Sans Bold"/>
              </a:endParaRP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B964B0EE-A71E-21BA-3B82-D0C748432D54}"/>
                </a:ext>
              </a:extLst>
            </p:cNvPr>
            <p:cNvSpPr txBox="1"/>
            <p:nvPr/>
          </p:nvSpPr>
          <p:spPr>
            <a:xfrm>
              <a:off x="381000" y="2019300"/>
              <a:ext cx="6656019" cy="344440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r>
                <a:rPr lang="en-US" sz="2800" dirty="0">
                  <a:solidFill>
                    <a:schemeClr val="bg1"/>
                  </a:solidFill>
                  <a:latin typeface="DM Sans" pitchFamily="2" charset="0"/>
                </a:rPr>
                <a:t>Original dataset distribution:</a:t>
              </a:r>
            </a:p>
            <a:p>
              <a:r>
                <a:rPr lang="en-US" sz="2800" dirty="0">
                  <a:solidFill>
                    <a:schemeClr val="bg1"/>
                  </a:solidFill>
                  <a:latin typeface="DM Sans" pitchFamily="2" charset="0"/>
                </a:rPr>
                <a:t>• Total samples: </a:t>
              </a:r>
              <a:r>
                <a:rPr lang="en-US" sz="2800" b="1" dirty="0">
                  <a:solidFill>
                    <a:schemeClr val="bg1"/>
                  </a:solidFill>
                  <a:latin typeface="DM Sans" pitchFamily="2" charset="0"/>
                </a:rPr>
                <a:t>30,162</a:t>
              </a:r>
              <a:br>
                <a:rPr lang="en-US" sz="2800" dirty="0">
                  <a:solidFill>
                    <a:schemeClr val="bg1"/>
                  </a:solidFill>
                  <a:latin typeface="DM Sans" pitchFamily="2" charset="0"/>
                </a:rPr>
              </a:br>
              <a:r>
                <a:rPr lang="en-US" sz="2800" dirty="0">
                  <a:solidFill>
                    <a:schemeClr val="bg1"/>
                  </a:solidFill>
                  <a:latin typeface="DM Sans" pitchFamily="2" charset="0"/>
                </a:rPr>
                <a:t>• ≤50K: </a:t>
              </a:r>
              <a:r>
                <a:rPr lang="en-US" sz="2800" b="1" dirty="0">
                  <a:solidFill>
                    <a:schemeClr val="bg1"/>
                  </a:solidFill>
                  <a:latin typeface="DM Sans" pitchFamily="2" charset="0"/>
                </a:rPr>
                <a:t>22,654 (75%)</a:t>
              </a:r>
              <a:br>
                <a:rPr lang="en-US" sz="2800" dirty="0">
                  <a:solidFill>
                    <a:schemeClr val="bg1"/>
                  </a:solidFill>
                  <a:latin typeface="DM Sans" pitchFamily="2" charset="0"/>
                </a:rPr>
              </a:br>
              <a:r>
                <a:rPr lang="en-US" sz="2800" dirty="0">
                  <a:solidFill>
                    <a:schemeClr val="bg1"/>
                  </a:solidFill>
                  <a:latin typeface="DM Sans" pitchFamily="2" charset="0"/>
                </a:rPr>
                <a:t>• &gt;50K: </a:t>
              </a:r>
              <a:r>
                <a:rPr lang="en-US" sz="2800" b="1" dirty="0">
                  <a:solidFill>
                    <a:schemeClr val="bg1"/>
                  </a:solidFill>
                  <a:latin typeface="DM Sans" pitchFamily="2" charset="0"/>
                </a:rPr>
                <a:t>7,508 (25%)</a:t>
              </a:r>
              <a:br>
                <a:rPr lang="en-US" sz="2800" dirty="0">
                  <a:solidFill>
                    <a:schemeClr val="bg1"/>
                  </a:solidFill>
                  <a:latin typeface="DM Sans" pitchFamily="2" charset="0"/>
                </a:rPr>
              </a:br>
              <a:r>
                <a:rPr lang="en-US" sz="2800" dirty="0">
                  <a:solidFill>
                    <a:schemeClr val="bg1"/>
                  </a:solidFill>
                  <a:latin typeface="DM Sans" pitchFamily="2" charset="0"/>
                </a:rPr>
                <a:t>• Dataset was </a:t>
              </a:r>
              <a:r>
                <a:rPr lang="en-US" sz="2800" b="1" dirty="0">
                  <a:solidFill>
                    <a:schemeClr val="bg1"/>
                  </a:solidFill>
                  <a:latin typeface="DM Sans" pitchFamily="2" charset="0"/>
                </a:rPr>
                <a:t>highly imbalanced</a:t>
              </a:r>
              <a:endParaRPr lang="en-US" sz="2800" dirty="0">
                <a:solidFill>
                  <a:schemeClr val="bg1"/>
                </a:solidFill>
                <a:latin typeface="DM Sans" pitchFamily="2" charset="0"/>
              </a:endParaRPr>
            </a:p>
            <a:p>
              <a:r>
                <a:rPr lang="en-US" sz="2800" dirty="0">
                  <a:solidFill>
                    <a:schemeClr val="bg1"/>
                  </a:solidFill>
                  <a:latin typeface="DM Sans" pitchFamily="2" charset="0"/>
                </a:rPr>
                <a:t>This caused models to </a:t>
              </a:r>
              <a:r>
                <a:rPr lang="en-US" sz="2800" b="1" dirty="0">
                  <a:solidFill>
                    <a:schemeClr val="bg1"/>
                  </a:solidFill>
                  <a:latin typeface="DM Sans" pitchFamily="2" charset="0"/>
                </a:rPr>
                <a:t>favor the majority class</a:t>
              </a:r>
              <a:r>
                <a:rPr lang="en-US" sz="2800" dirty="0">
                  <a:solidFill>
                    <a:schemeClr val="bg1"/>
                  </a:solidFill>
                  <a:latin typeface="DM Sans" pitchFamily="2" charset="0"/>
                </a:rPr>
                <a:t>.</a:t>
              </a:r>
            </a:p>
            <a:p>
              <a:pPr algn="l">
                <a:lnSpc>
                  <a:spcPts val="3499"/>
                </a:lnSpc>
              </a:pPr>
              <a:endParaRPr lang="en-US" sz="2499" dirty="0">
                <a:solidFill>
                  <a:schemeClr val="bg1"/>
                </a:solidFill>
                <a:latin typeface="DM Sans" pitchFamily="2" charset="0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4DEE5ACE-88C7-A280-AC33-A90B4796A387}"/>
                </a:ext>
              </a:extLst>
            </p:cNvPr>
            <p:cNvSpPr txBox="1"/>
            <p:nvPr/>
          </p:nvSpPr>
          <p:spPr>
            <a:xfrm>
              <a:off x="4800600" y="5829300"/>
              <a:ext cx="6199432" cy="344440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r>
                <a:rPr lang="en-US" sz="2800">
                  <a:solidFill>
                    <a:schemeClr val="bg1"/>
                  </a:solidFill>
                  <a:latin typeface="DM Sans" pitchFamily="2" charset="0"/>
                </a:rPr>
                <a:t>Balanced dataset distribution:</a:t>
              </a:r>
            </a:p>
            <a:p>
              <a:r>
                <a:rPr lang="en-US" sz="2800">
                  <a:solidFill>
                    <a:schemeClr val="bg1"/>
                  </a:solidFill>
                  <a:latin typeface="DM Sans" pitchFamily="2" charset="0"/>
                </a:rPr>
                <a:t>• Total samples: </a:t>
              </a:r>
              <a:r>
                <a:rPr lang="en-US" sz="2800" b="1">
                  <a:solidFill>
                    <a:schemeClr val="bg1"/>
                  </a:solidFill>
                  <a:latin typeface="DM Sans" pitchFamily="2" charset="0"/>
                </a:rPr>
                <a:t>45,308</a:t>
              </a:r>
              <a:br>
                <a:rPr lang="en-US" sz="2800">
                  <a:solidFill>
                    <a:schemeClr val="bg1"/>
                  </a:solidFill>
                  <a:latin typeface="DM Sans" pitchFamily="2" charset="0"/>
                </a:rPr>
              </a:br>
              <a:r>
                <a:rPr lang="en-US" sz="2800">
                  <a:solidFill>
                    <a:schemeClr val="bg1"/>
                  </a:solidFill>
                  <a:latin typeface="DM Sans" pitchFamily="2" charset="0"/>
                </a:rPr>
                <a:t>• ≤50K: </a:t>
              </a:r>
              <a:r>
                <a:rPr lang="en-US" sz="2800" b="1">
                  <a:solidFill>
                    <a:schemeClr val="bg1"/>
                  </a:solidFill>
                  <a:latin typeface="DM Sans" pitchFamily="2" charset="0"/>
                </a:rPr>
                <a:t>22,654 (50%)</a:t>
              </a:r>
              <a:br>
                <a:rPr lang="en-US" sz="2800">
                  <a:solidFill>
                    <a:schemeClr val="bg1"/>
                  </a:solidFill>
                  <a:latin typeface="DM Sans" pitchFamily="2" charset="0"/>
                </a:rPr>
              </a:br>
              <a:r>
                <a:rPr lang="en-US" sz="2800">
                  <a:solidFill>
                    <a:schemeClr val="bg1"/>
                  </a:solidFill>
                  <a:latin typeface="DM Sans" pitchFamily="2" charset="0"/>
                </a:rPr>
                <a:t>• &gt;50K: </a:t>
              </a:r>
              <a:r>
                <a:rPr lang="en-US" sz="2800" b="1">
                  <a:solidFill>
                    <a:schemeClr val="bg1"/>
                  </a:solidFill>
                  <a:latin typeface="DM Sans" pitchFamily="2" charset="0"/>
                </a:rPr>
                <a:t>22,654 (50%)</a:t>
              </a:r>
              <a:br>
                <a:rPr lang="en-US" sz="2800">
                  <a:solidFill>
                    <a:schemeClr val="bg1"/>
                  </a:solidFill>
                  <a:latin typeface="DM Sans" pitchFamily="2" charset="0"/>
                </a:rPr>
              </a:br>
              <a:r>
                <a:rPr lang="en-US" sz="2800">
                  <a:solidFill>
                    <a:schemeClr val="bg1"/>
                  </a:solidFill>
                  <a:latin typeface="DM Sans" pitchFamily="2" charset="0"/>
                </a:rPr>
                <a:t>• Synthetic samples created: </a:t>
              </a:r>
              <a:r>
                <a:rPr lang="en-US" sz="2800" b="1">
                  <a:solidFill>
                    <a:schemeClr val="bg1"/>
                  </a:solidFill>
                  <a:latin typeface="DM Sans" pitchFamily="2" charset="0"/>
                </a:rPr>
                <a:t>15,146</a:t>
              </a:r>
              <a:endParaRPr lang="en-US" sz="2800">
                <a:solidFill>
                  <a:schemeClr val="bg1"/>
                </a:solidFill>
                <a:latin typeface="DM Sans" pitchFamily="2" charset="0"/>
              </a:endParaRPr>
            </a:p>
            <a:p>
              <a:r>
                <a:rPr lang="en-US" sz="2800">
                  <a:solidFill>
                    <a:schemeClr val="bg1"/>
                  </a:solidFill>
                  <a:latin typeface="DM Sans" pitchFamily="2" charset="0"/>
                </a:rPr>
                <a:t>This improves </a:t>
              </a:r>
              <a:r>
                <a:rPr lang="en-US" sz="2800" b="1">
                  <a:solidFill>
                    <a:schemeClr val="bg1"/>
                  </a:solidFill>
                  <a:latin typeface="DM Sans" pitchFamily="2" charset="0"/>
                </a:rPr>
                <a:t>minority class detection and model fairness</a:t>
              </a:r>
              <a:r>
                <a:rPr lang="en-US" sz="2800">
                  <a:solidFill>
                    <a:schemeClr val="bg1"/>
                  </a:solidFill>
                  <a:latin typeface="DM Sans" pitchFamily="2" charset="0"/>
                </a:rPr>
                <a:t>.</a:t>
              </a:r>
            </a:p>
            <a:p>
              <a:pPr algn="l">
                <a:lnSpc>
                  <a:spcPts val="3499"/>
                </a:lnSpc>
              </a:pPr>
              <a:endParaRPr lang="en-US" sz="2499">
                <a:solidFill>
                  <a:schemeClr val="bg1"/>
                </a:solidFill>
                <a:latin typeface="DM Sans" pitchFamily="2" charset="0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1" name="Freeform 3">
              <a:extLst>
                <a:ext uri="{FF2B5EF4-FFF2-40B4-BE49-F238E27FC236}">
                  <a16:creationId xmlns:a16="http://schemas.microsoft.com/office/drawing/2014/main" id="{F751A2F3-E196-4E56-A1C6-EB1E9E9E70B2}"/>
                </a:ext>
              </a:extLst>
            </p:cNvPr>
            <p:cNvSpPr/>
            <p:nvPr/>
          </p:nvSpPr>
          <p:spPr>
            <a:xfrm>
              <a:off x="1371600" y="861849"/>
              <a:ext cx="1665514" cy="1665514"/>
            </a:xfrm>
            <a:custGeom>
              <a:avLst/>
              <a:gdLst/>
              <a:ahLst/>
              <a:cxnLst/>
              <a:rect l="l" t="t" r="r" b="b"/>
              <a:pathLst>
                <a:path w="1665514" h="1665514">
                  <a:moveTo>
                    <a:pt x="0" y="0"/>
                  </a:moveTo>
                  <a:lnTo>
                    <a:pt x="1665515" y="0"/>
                  </a:lnTo>
                  <a:lnTo>
                    <a:pt x="1665515" y="1665514"/>
                  </a:lnTo>
                  <a:lnTo>
                    <a:pt x="0" y="16655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2" name="Freeform 3">
              <a:extLst>
                <a:ext uri="{FF2B5EF4-FFF2-40B4-BE49-F238E27FC236}">
                  <a16:creationId xmlns:a16="http://schemas.microsoft.com/office/drawing/2014/main" id="{5C4A4955-1D60-CD7D-3AA8-E61F2CF87FCE}"/>
                </a:ext>
              </a:extLst>
            </p:cNvPr>
            <p:cNvSpPr/>
            <p:nvPr/>
          </p:nvSpPr>
          <p:spPr>
            <a:xfrm>
              <a:off x="2057400" y="8049986"/>
              <a:ext cx="1665514" cy="1665514"/>
            </a:xfrm>
            <a:custGeom>
              <a:avLst/>
              <a:gdLst/>
              <a:ahLst/>
              <a:cxnLst/>
              <a:rect l="l" t="t" r="r" b="b"/>
              <a:pathLst>
                <a:path w="1665514" h="1665514">
                  <a:moveTo>
                    <a:pt x="0" y="0"/>
                  </a:moveTo>
                  <a:lnTo>
                    <a:pt x="1665515" y="0"/>
                  </a:lnTo>
                  <a:lnTo>
                    <a:pt x="1665515" y="1665514"/>
                  </a:lnTo>
                  <a:lnTo>
                    <a:pt x="0" y="16655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31741285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50000">
              <a:srgbClr val="5234A9">
                <a:alpha val="100000"/>
              </a:srgbClr>
            </a:gs>
            <a:gs pos="100000">
              <a:srgbClr val="400AD4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192473-25DD-2056-25E2-3098ED44C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3">
            <a:extLst>
              <a:ext uri="{FF2B5EF4-FFF2-40B4-BE49-F238E27FC236}">
                <a16:creationId xmlns:a16="http://schemas.microsoft.com/office/drawing/2014/main" id="{4C8E53D6-45C8-547C-0496-04DCB39D9A2A}"/>
              </a:ext>
            </a:extLst>
          </p:cNvPr>
          <p:cNvSpPr/>
          <p:nvPr/>
        </p:nvSpPr>
        <p:spPr>
          <a:xfrm>
            <a:off x="5126927" y="1152176"/>
            <a:ext cx="1665514" cy="1665514"/>
          </a:xfrm>
          <a:custGeom>
            <a:avLst/>
            <a:gdLst/>
            <a:ahLst/>
            <a:cxnLst/>
            <a:rect l="l" t="t" r="r" b="b"/>
            <a:pathLst>
              <a:path w="1665514" h="1665514">
                <a:moveTo>
                  <a:pt x="0" y="0"/>
                </a:moveTo>
                <a:lnTo>
                  <a:pt x="1665515" y="0"/>
                </a:lnTo>
                <a:lnTo>
                  <a:pt x="1665515" y="1665514"/>
                </a:lnTo>
                <a:lnTo>
                  <a:pt x="0" y="1665514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>
              <a:alphaModFix amt="3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  <a:effectLst>
            <a:reflection blurRad="6350" stA="50000" endA="295" endPos="92000" dist="101600" dir="5400000" sy="-100000" algn="bl" rotWithShape="0"/>
          </a:effectLst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FFAB7715-F465-CA85-8448-246EB096D210}"/>
              </a:ext>
            </a:extLst>
          </p:cNvPr>
          <p:cNvSpPr/>
          <p:nvPr/>
        </p:nvSpPr>
        <p:spPr>
          <a:xfrm>
            <a:off x="1237795" y="4572009"/>
            <a:ext cx="1665514" cy="1665514"/>
          </a:xfrm>
          <a:custGeom>
            <a:avLst/>
            <a:gdLst/>
            <a:ahLst/>
            <a:cxnLst/>
            <a:rect l="l" t="t" r="r" b="b"/>
            <a:pathLst>
              <a:path w="1665514" h="1665514">
                <a:moveTo>
                  <a:pt x="0" y="0"/>
                </a:moveTo>
                <a:lnTo>
                  <a:pt x="1665515" y="0"/>
                </a:lnTo>
                <a:lnTo>
                  <a:pt x="1665515" y="1665514"/>
                </a:lnTo>
                <a:lnTo>
                  <a:pt x="0" y="16655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E11EF7F4-540B-C375-2304-5F3A615D6229}"/>
              </a:ext>
            </a:extLst>
          </p:cNvPr>
          <p:cNvSpPr txBox="1"/>
          <p:nvPr/>
        </p:nvSpPr>
        <p:spPr>
          <a:xfrm>
            <a:off x="11663785" y="5807214"/>
            <a:ext cx="5818635" cy="14779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919"/>
              </a:lnSpc>
              <a:spcBef>
                <a:spcPct val="0"/>
              </a:spcBef>
            </a:pPr>
            <a:r>
              <a:rPr lang="en-US" sz="2800" dirty="0">
                <a:solidFill>
                  <a:srgbClr val="9B6AFF"/>
                </a:solidFill>
              </a:rPr>
              <a:t>Performance of machine learning models on the imbalanced dataset.</a:t>
            </a:r>
          </a:p>
          <a:p>
            <a:pPr algn="just">
              <a:lnSpc>
                <a:spcPts val="3919"/>
              </a:lnSpc>
              <a:spcBef>
                <a:spcPct val="0"/>
              </a:spcBef>
            </a:pPr>
            <a:endParaRPr lang="en-US" sz="2799" dirty="0">
              <a:solidFill>
                <a:srgbClr val="9B6AFF"/>
              </a:solidFill>
              <a:latin typeface="DM Sans" pitchFamily="2" charset="0"/>
              <a:ea typeface="DM Sans"/>
              <a:cs typeface="DM Sans"/>
              <a:sym typeface="DM Sans"/>
            </a:endParaRPr>
          </a:p>
        </p:txBody>
      </p:sp>
      <p:sp>
        <p:nvSpPr>
          <p:cNvPr id="10" name="AutoShape 10">
            <a:extLst>
              <a:ext uri="{FF2B5EF4-FFF2-40B4-BE49-F238E27FC236}">
                <a16:creationId xmlns:a16="http://schemas.microsoft.com/office/drawing/2014/main" id="{9ECF5BAC-E89B-0E7B-AB18-2D43BA764088}"/>
              </a:ext>
            </a:extLst>
          </p:cNvPr>
          <p:cNvSpPr/>
          <p:nvPr/>
        </p:nvSpPr>
        <p:spPr>
          <a:xfrm flipH="1">
            <a:off x="10147298" y="-844695"/>
            <a:ext cx="0" cy="11976390"/>
          </a:xfrm>
          <a:prstGeom prst="line">
            <a:avLst/>
          </a:prstGeom>
          <a:ln w="38100" cap="flat">
            <a:solidFill>
              <a:srgbClr val="9B6A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  <p:sp>
        <p:nvSpPr>
          <p:cNvPr id="13" name="Freeform 3">
            <a:extLst>
              <a:ext uri="{FF2B5EF4-FFF2-40B4-BE49-F238E27FC236}">
                <a16:creationId xmlns:a16="http://schemas.microsoft.com/office/drawing/2014/main" id="{DC2CE282-49D7-FB36-31CF-720E6647E184}"/>
              </a:ext>
            </a:extLst>
          </p:cNvPr>
          <p:cNvSpPr/>
          <p:nvPr/>
        </p:nvSpPr>
        <p:spPr>
          <a:xfrm>
            <a:off x="16317685" y="4572009"/>
            <a:ext cx="1665514" cy="1665514"/>
          </a:xfrm>
          <a:custGeom>
            <a:avLst/>
            <a:gdLst/>
            <a:ahLst/>
            <a:cxnLst/>
            <a:rect l="l" t="t" r="r" b="b"/>
            <a:pathLst>
              <a:path w="1665514" h="1665514">
                <a:moveTo>
                  <a:pt x="0" y="0"/>
                </a:moveTo>
                <a:lnTo>
                  <a:pt x="1665515" y="0"/>
                </a:lnTo>
                <a:lnTo>
                  <a:pt x="1665515" y="1665514"/>
                </a:lnTo>
                <a:lnTo>
                  <a:pt x="0" y="1665514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>
              <a:alphaModFix amt="3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  <a:effectLst>
            <a:reflection blurRad="6350" stA="50000" endA="295" endPos="92000" dist="101600" dir="5400000" sy="-100000" algn="bl" rotWithShape="0"/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86853C1-D5E1-F7CA-597E-899415750C8F}"/>
              </a:ext>
            </a:extLst>
          </p:cNvPr>
          <p:cNvSpPr txBox="1"/>
          <p:nvPr/>
        </p:nvSpPr>
        <p:spPr>
          <a:xfrm>
            <a:off x="11616821" y="1702212"/>
            <a:ext cx="6473883" cy="36548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450"/>
              </a:lnSpc>
            </a:pPr>
            <a:r>
              <a:rPr lang="en-IN" sz="8800" dirty="0">
                <a:solidFill>
                  <a:schemeClr val="bg1"/>
                </a:solidFill>
                <a:latin typeface="DM Sans Bold" charset="0"/>
                <a:ea typeface="DM Sans"/>
                <a:cs typeface="DM Sans"/>
                <a:sym typeface="DM Sans"/>
              </a:rPr>
              <a:t>IMPACT</a:t>
            </a:r>
          </a:p>
          <a:p>
            <a:pPr>
              <a:lnSpc>
                <a:spcPts val="9450"/>
              </a:lnSpc>
            </a:pPr>
            <a:r>
              <a:rPr lang="en-IN" sz="8800" dirty="0">
                <a:solidFill>
                  <a:schemeClr val="bg1"/>
                </a:solidFill>
                <a:latin typeface="DM Sans Bold" charset="0"/>
                <a:ea typeface="DM Sans"/>
                <a:cs typeface="DM Sans"/>
                <a:sym typeface="DM Sans"/>
              </a:rPr>
              <a:t>OF</a:t>
            </a:r>
          </a:p>
          <a:p>
            <a:pPr>
              <a:lnSpc>
                <a:spcPts val="9450"/>
              </a:lnSpc>
            </a:pPr>
            <a:r>
              <a:rPr lang="en-IN" sz="8800" dirty="0">
                <a:solidFill>
                  <a:schemeClr val="bg1"/>
                </a:solidFill>
                <a:latin typeface="DM Sans Bold" charset="0"/>
                <a:ea typeface="DM Sans"/>
                <a:cs typeface="DM Sans"/>
                <a:sym typeface="DM Sans"/>
              </a:rPr>
              <a:t>SMOTE</a:t>
            </a:r>
            <a:endParaRPr lang="en-US" sz="8800" dirty="0">
              <a:solidFill>
                <a:schemeClr val="bg1"/>
              </a:solidFill>
              <a:latin typeface="DM Sans Bold" charset="0"/>
              <a:ea typeface="DM Sans"/>
              <a:cs typeface="DM Sans"/>
              <a:sym typeface="DM Sans"/>
            </a:endParaRPr>
          </a:p>
        </p:txBody>
      </p:sp>
      <p:sp>
        <p:nvSpPr>
          <p:cNvPr id="17" name="Freeform 3">
            <a:extLst>
              <a:ext uri="{FF2B5EF4-FFF2-40B4-BE49-F238E27FC236}">
                <a16:creationId xmlns:a16="http://schemas.microsoft.com/office/drawing/2014/main" id="{F75FF344-1DA3-5AF9-B537-0E05E6CA389E}"/>
              </a:ext>
            </a:extLst>
          </p:cNvPr>
          <p:cNvSpPr/>
          <p:nvPr/>
        </p:nvSpPr>
        <p:spPr>
          <a:xfrm>
            <a:off x="197297" y="320040"/>
            <a:ext cx="9678220" cy="9464040"/>
          </a:xfrm>
          <a:custGeom>
            <a:avLst/>
            <a:gdLst/>
            <a:ahLst/>
            <a:cxnLst/>
            <a:rect l="l" t="t" r="r" b="b"/>
            <a:pathLst>
              <a:path w="1665514" h="1665514">
                <a:moveTo>
                  <a:pt x="0" y="0"/>
                </a:moveTo>
                <a:lnTo>
                  <a:pt x="1665515" y="0"/>
                </a:lnTo>
                <a:lnTo>
                  <a:pt x="1665515" y="1665514"/>
                </a:lnTo>
                <a:lnTo>
                  <a:pt x="0" y="1665514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>
              <a:alphaModFix amt="3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894591B0-D801-05E0-01BA-6C5024325E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8194018"/>
              </p:ext>
            </p:extLst>
          </p:nvPr>
        </p:nvGraphicFramePr>
        <p:xfrm>
          <a:off x="197296" y="1578077"/>
          <a:ext cx="9057845" cy="7359176"/>
        </p:xfrm>
        <a:graphic>
          <a:graphicData uri="http://schemas.openxmlformats.org/drawingml/2006/table">
            <a:tbl>
              <a:tblPr/>
              <a:tblGrid>
                <a:gridCol w="1811569">
                  <a:extLst>
                    <a:ext uri="{9D8B030D-6E8A-4147-A177-3AD203B41FA5}">
                      <a16:colId xmlns:a16="http://schemas.microsoft.com/office/drawing/2014/main" val="816490424"/>
                    </a:ext>
                  </a:extLst>
                </a:gridCol>
                <a:gridCol w="1811569">
                  <a:extLst>
                    <a:ext uri="{9D8B030D-6E8A-4147-A177-3AD203B41FA5}">
                      <a16:colId xmlns:a16="http://schemas.microsoft.com/office/drawing/2014/main" val="3597775710"/>
                    </a:ext>
                  </a:extLst>
                </a:gridCol>
                <a:gridCol w="1811569">
                  <a:extLst>
                    <a:ext uri="{9D8B030D-6E8A-4147-A177-3AD203B41FA5}">
                      <a16:colId xmlns:a16="http://schemas.microsoft.com/office/drawing/2014/main" val="8547265"/>
                    </a:ext>
                  </a:extLst>
                </a:gridCol>
                <a:gridCol w="1811569">
                  <a:extLst>
                    <a:ext uri="{9D8B030D-6E8A-4147-A177-3AD203B41FA5}">
                      <a16:colId xmlns:a16="http://schemas.microsoft.com/office/drawing/2014/main" val="710037806"/>
                    </a:ext>
                  </a:extLst>
                </a:gridCol>
                <a:gridCol w="1811569">
                  <a:extLst>
                    <a:ext uri="{9D8B030D-6E8A-4147-A177-3AD203B41FA5}">
                      <a16:colId xmlns:a16="http://schemas.microsoft.com/office/drawing/2014/main" val="436256175"/>
                    </a:ext>
                  </a:extLst>
                </a:gridCol>
              </a:tblGrid>
              <a:tr h="10073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b="1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Model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b="1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Dataset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b="1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Accuracy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b="1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Recall (&gt;50K)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b="1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F1-Score (&gt;50K)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3317204"/>
                  </a:ext>
                </a:extLst>
              </a:tr>
              <a:tr h="108428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Logistic Regression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Before SMOTE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84.85%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61%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0.67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3988975"/>
                  </a:ext>
                </a:extLst>
              </a:tr>
              <a:tr h="108428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Logistic Regression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After SMOTE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74.26%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75%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0.74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9913911"/>
                  </a:ext>
                </a:extLst>
              </a:tr>
              <a:tr h="10073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Random Forest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Before SMOTE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84.17%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63%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0.67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0117360"/>
                  </a:ext>
                </a:extLst>
              </a:tr>
              <a:tr h="10073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Random Forest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After SMOTE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79.21%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84%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0.80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183464"/>
                  </a:ext>
                </a:extLst>
              </a:tr>
              <a:tr h="108428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Gradient Boosting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Before SMOTE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6757656"/>
                  </a:ext>
                </a:extLst>
              </a:tr>
              <a:tr h="108428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Gradient Boosting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After SMOTE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b="1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81.49%</a:t>
                      </a:r>
                      <a:endParaRPr lang="en-IN" sz="280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b="1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85%</a:t>
                      </a:r>
                      <a:endParaRPr lang="en-IN" sz="280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b="1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0.82</a:t>
                      </a:r>
                      <a:endParaRPr lang="en-IN" sz="2800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1170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77970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50000">
              <a:srgbClr val="5234A9">
                <a:alpha val="100000"/>
              </a:srgbClr>
            </a:gs>
            <a:gs pos="100000">
              <a:srgbClr val="400AD4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252276-6C31-28D8-E90A-32DAD8F41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53">
            <a:extLst>
              <a:ext uri="{FF2B5EF4-FFF2-40B4-BE49-F238E27FC236}">
                <a16:creationId xmlns:a16="http://schemas.microsoft.com/office/drawing/2014/main" id="{3137030D-0AFD-E3C3-E273-B01A2D2FA7D6}"/>
              </a:ext>
            </a:extLst>
          </p:cNvPr>
          <p:cNvSpPr/>
          <p:nvPr/>
        </p:nvSpPr>
        <p:spPr>
          <a:xfrm>
            <a:off x="8056179" y="524464"/>
            <a:ext cx="9175530" cy="9076736"/>
          </a:xfrm>
          <a:custGeom>
            <a:avLst/>
            <a:gdLst/>
            <a:ahLst/>
            <a:cxnLst/>
            <a:rect l="l" t="t" r="r" b="b"/>
            <a:pathLst>
              <a:path w="1497692" h="1497692">
                <a:moveTo>
                  <a:pt x="0" y="0"/>
                </a:moveTo>
                <a:lnTo>
                  <a:pt x="1497692" y="0"/>
                </a:lnTo>
                <a:lnTo>
                  <a:pt x="1497692" y="1497692"/>
                </a:lnTo>
                <a:lnTo>
                  <a:pt x="0" y="1497692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>
              <a:alphaModFix amt="2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64A3F475-19E5-F4FE-B114-6A990D55E4B6}"/>
              </a:ext>
            </a:extLst>
          </p:cNvPr>
          <p:cNvSpPr/>
          <p:nvPr/>
        </p:nvSpPr>
        <p:spPr>
          <a:xfrm>
            <a:off x="1237795" y="4572009"/>
            <a:ext cx="1665514" cy="1665514"/>
          </a:xfrm>
          <a:custGeom>
            <a:avLst/>
            <a:gdLst/>
            <a:ahLst/>
            <a:cxnLst/>
            <a:rect l="l" t="t" r="r" b="b"/>
            <a:pathLst>
              <a:path w="1665514" h="1665514">
                <a:moveTo>
                  <a:pt x="0" y="0"/>
                </a:moveTo>
                <a:lnTo>
                  <a:pt x="1665515" y="0"/>
                </a:lnTo>
                <a:lnTo>
                  <a:pt x="1665515" y="1665514"/>
                </a:lnTo>
                <a:lnTo>
                  <a:pt x="0" y="16655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552C943-F4E0-503B-E9D5-51BFA83D8FB5}"/>
              </a:ext>
            </a:extLst>
          </p:cNvPr>
          <p:cNvSpPr txBox="1"/>
          <p:nvPr/>
        </p:nvSpPr>
        <p:spPr>
          <a:xfrm>
            <a:off x="381000" y="5453253"/>
            <a:ext cx="5818635" cy="9700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919"/>
              </a:lnSpc>
              <a:spcBef>
                <a:spcPct val="0"/>
              </a:spcBef>
            </a:pPr>
            <a:r>
              <a:rPr lang="en-US" sz="2800" dirty="0">
                <a:solidFill>
                  <a:srgbClr val="9B6AFF"/>
                </a:solidFill>
              </a:rPr>
              <a:t>Steps performed to prepare the dataset for machine learning.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C266C858-EF7F-290C-02D4-9FAD2DCA5975}"/>
              </a:ext>
            </a:extLst>
          </p:cNvPr>
          <p:cNvSpPr txBox="1"/>
          <p:nvPr/>
        </p:nvSpPr>
        <p:spPr>
          <a:xfrm>
            <a:off x="304801" y="1790700"/>
            <a:ext cx="7010805" cy="23738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450"/>
              </a:lnSpc>
            </a:pPr>
            <a:r>
              <a:rPr lang="en-IN" sz="6600" dirty="0">
                <a:solidFill>
                  <a:schemeClr val="bg1"/>
                </a:solidFill>
                <a:latin typeface="DM Sans Bold" charset="0"/>
                <a:ea typeface="DM Sans"/>
                <a:cs typeface="DM Sans"/>
                <a:sym typeface="DM Sans"/>
              </a:rPr>
              <a:t>DATA PREPROCESSING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109ECA8-E0B2-24E3-D54C-F868211D0521}"/>
              </a:ext>
            </a:extLst>
          </p:cNvPr>
          <p:cNvGrpSpPr/>
          <p:nvPr/>
        </p:nvGrpSpPr>
        <p:grpSpPr>
          <a:xfrm>
            <a:off x="9488167" y="484367"/>
            <a:ext cx="6656019" cy="8827194"/>
            <a:chOff x="8330866" y="670111"/>
            <a:chExt cx="6656019" cy="8827194"/>
          </a:xfrm>
        </p:grpSpPr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46C97244-202C-F130-019C-FF21DBA2C62E}"/>
                </a:ext>
              </a:extLst>
            </p:cNvPr>
            <p:cNvSpPr txBox="1"/>
            <p:nvPr/>
          </p:nvSpPr>
          <p:spPr>
            <a:xfrm>
              <a:off x="8431568" y="2485075"/>
              <a:ext cx="4342787" cy="41287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3150"/>
                </a:lnSpc>
              </a:pPr>
              <a:r>
                <a:rPr lang="en-US" sz="3200" b="1" dirty="0">
                  <a:solidFill>
                    <a:schemeClr val="bg1"/>
                  </a:solidFill>
                </a:rPr>
                <a:t>🔹 Feature Selection</a:t>
              </a: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2E1FCDAB-3B92-8477-FCCA-49F498F981B9}"/>
                </a:ext>
              </a:extLst>
            </p:cNvPr>
            <p:cNvSpPr txBox="1"/>
            <p:nvPr/>
          </p:nvSpPr>
          <p:spPr>
            <a:xfrm>
              <a:off x="8570870" y="4645494"/>
              <a:ext cx="3532433" cy="41953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3150"/>
                </a:lnSpc>
              </a:pPr>
              <a:r>
                <a:rPr lang="en-IN" sz="3200" b="1" dirty="0">
                  <a:solidFill>
                    <a:schemeClr val="bg1"/>
                  </a:solidFill>
                </a:rPr>
                <a:t>🔹 Encoding</a:t>
              </a:r>
              <a:endParaRPr lang="en-US" sz="3000" b="1" dirty="0">
                <a:solidFill>
                  <a:schemeClr val="bg1"/>
                </a:solidFill>
                <a:latin typeface="DM Sans Bold" charset="0"/>
                <a:ea typeface="DM Sans Bold"/>
                <a:cs typeface="DM Sans Bold"/>
                <a:sym typeface="DM Sans Bold"/>
              </a:endParaRP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AA94FE3E-C3BB-303C-6FE9-F16F42C323C2}"/>
                </a:ext>
              </a:extLst>
            </p:cNvPr>
            <p:cNvSpPr txBox="1"/>
            <p:nvPr/>
          </p:nvSpPr>
          <p:spPr>
            <a:xfrm>
              <a:off x="8330866" y="2916883"/>
              <a:ext cx="6656019" cy="129266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2"/>
              <a:r>
                <a:rPr lang="en-US" sz="2800" dirty="0">
                  <a:solidFill>
                    <a:schemeClr val="bg1"/>
                  </a:solidFill>
                </a:rPr>
                <a:t>• Reduced features from </a:t>
              </a:r>
              <a:r>
                <a:rPr lang="en-US" sz="2800" b="1" dirty="0">
                  <a:solidFill>
                    <a:schemeClr val="bg1"/>
                  </a:solidFill>
                </a:rPr>
                <a:t>12 to 5</a:t>
              </a:r>
              <a:br>
                <a:rPr lang="en-US" sz="2800" dirty="0">
                  <a:solidFill>
                    <a:schemeClr val="bg1"/>
                  </a:solidFill>
                </a:rPr>
              </a:br>
              <a:r>
                <a:rPr lang="en-US" sz="2800" dirty="0">
                  <a:solidFill>
                    <a:schemeClr val="bg1"/>
                  </a:solidFill>
                </a:rPr>
                <a:t>• Removed low-correlation and sensitive features</a:t>
              </a:r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0A9A6BE9-1031-AFB7-77B7-C19E39CF9967}"/>
                </a:ext>
              </a:extLst>
            </p:cNvPr>
            <p:cNvSpPr txBox="1"/>
            <p:nvPr/>
          </p:nvSpPr>
          <p:spPr>
            <a:xfrm>
              <a:off x="8431568" y="5050580"/>
              <a:ext cx="6199432" cy="178388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2">
                <a:lnSpc>
                  <a:spcPts val="3499"/>
                </a:lnSpc>
              </a:pPr>
              <a:r>
                <a:rPr lang="en-US" sz="2800" dirty="0">
                  <a:solidFill>
                    <a:schemeClr val="bg1"/>
                  </a:solidFill>
                </a:rPr>
                <a:t>• Converted categorical variables into numerical format</a:t>
              </a:r>
              <a:br>
                <a:rPr lang="en-US" sz="2800" dirty="0">
                  <a:solidFill>
                    <a:schemeClr val="bg1"/>
                  </a:solidFill>
                </a:rPr>
              </a:br>
              <a:r>
                <a:rPr lang="en-US" sz="2800" dirty="0">
                  <a:solidFill>
                    <a:schemeClr val="bg1"/>
                  </a:solidFill>
                </a:rPr>
                <a:t>• Required for machine learning algorithms</a:t>
              </a:r>
              <a:endParaRPr lang="en-US" sz="2499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1" name="TextBox 7">
              <a:extLst>
                <a:ext uri="{FF2B5EF4-FFF2-40B4-BE49-F238E27FC236}">
                  <a16:creationId xmlns:a16="http://schemas.microsoft.com/office/drawing/2014/main" id="{96B655D8-A926-5F68-3FF2-4BB054D2350F}"/>
                </a:ext>
              </a:extLst>
            </p:cNvPr>
            <p:cNvSpPr txBox="1"/>
            <p:nvPr/>
          </p:nvSpPr>
          <p:spPr>
            <a:xfrm>
              <a:off x="8570870" y="7325020"/>
              <a:ext cx="3532433" cy="41953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3150"/>
                </a:lnSpc>
              </a:pPr>
              <a:r>
                <a:rPr lang="en-IN" sz="3200" b="1" dirty="0">
                  <a:solidFill>
                    <a:schemeClr val="bg1"/>
                  </a:solidFill>
                </a:rPr>
                <a:t>🔹 Train-Test Split</a:t>
              </a:r>
              <a:endParaRPr lang="en-US" sz="3000" b="1" dirty="0">
                <a:solidFill>
                  <a:schemeClr val="bg1"/>
                </a:solidFill>
                <a:latin typeface="DM Sans Bold" charset="0"/>
                <a:ea typeface="DM Sans Bold"/>
                <a:cs typeface="DM Sans Bold"/>
                <a:sym typeface="DM Sans Bold"/>
              </a:endParaRPr>
            </a:p>
          </p:txBody>
        </p:sp>
        <p:sp>
          <p:nvSpPr>
            <p:cNvPr id="15" name="TextBox 9">
              <a:extLst>
                <a:ext uri="{FF2B5EF4-FFF2-40B4-BE49-F238E27FC236}">
                  <a16:creationId xmlns:a16="http://schemas.microsoft.com/office/drawing/2014/main" id="{D1A9673F-FAF0-48DA-8476-1A9DDB7B65B9}"/>
                </a:ext>
              </a:extLst>
            </p:cNvPr>
            <p:cNvSpPr txBox="1"/>
            <p:nvPr/>
          </p:nvSpPr>
          <p:spPr>
            <a:xfrm>
              <a:off x="8559159" y="7713419"/>
              <a:ext cx="6199432" cy="178388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2">
                <a:lnSpc>
                  <a:spcPts val="3499"/>
                </a:lnSpc>
              </a:pPr>
              <a:r>
                <a:rPr lang="en-US" sz="2800" dirty="0">
                  <a:solidFill>
                    <a:schemeClr val="bg1"/>
                  </a:solidFill>
                </a:rPr>
                <a:t>• Dataset divided into </a:t>
              </a:r>
              <a:r>
                <a:rPr lang="en-US" sz="2800" b="1" dirty="0">
                  <a:solidFill>
                    <a:schemeClr val="bg1"/>
                  </a:solidFill>
                </a:rPr>
                <a:t>80% training</a:t>
              </a:r>
              <a:r>
                <a:rPr lang="en-US" sz="2800" dirty="0">
                  <a:solidFill>
                    <a:schemeClr val="bg1"/>
                  </a:solidFill>
                </a:rPr>
                <a:t> and </a:t>
              </a:r>
              <a:r>
                <a:rPr lang="en-US" sz="2800" b="1" dirty="0">
                  <a:solidFill>
                    <a:schemeClr val="bg1"/>
                  </a:solidFill>
                </a:rPr>
                <a:t>20% testing</a:t>
              </a:r>
              <a:br>
                <a:rPr lang="en-US" sz="2800" dirty="0">
                  <a:solidFill>
                    <a:schemeClr val="bg1"/>
                  </a:solidFill>
                </a:rPr>
              </a:br>
              <a:r>
                <a:rPr lang="en-US" sz="2800" dirty="0">
                  <a:solidFill>
                    <a:schemeClr val="bg1"/>
                  </a:solidFill>
                </a:rPr>
                <a:t>• Ensures unbiased model evaluation</a:t>
              </a:r>
              <a:endParaRPr lang="en-US" sz="2499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0" name="TextBox 6">
              <a:extLst>
                <a:ext uri="{FF2B5EF4-FFF2-40B4-BE49-F238E27FC236}">
                  <a16:creationId xmlns:a16="http://schemas.microsoft.com/office/drawing/2014/main" id="{EFDC1A10-6FCA-14B4-F43B-0043B1E72C12}"/>
                </a:ext>
              </a:extLst>
            </p:cNvPr>
            <p:cNvSpPr txBox="1"/>
            <p:nvPr/>
          </p:nvSpPr>
          <p:spPr>
            <a:xfrm>
              <a:off x="8431568" y="670111"/>
              <a:ext cx="4342787" cy="41287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3150"/>
                </a:lnSpc>
              </a:pPr>
              <a:r>
                <a:rPr lang="en-IN" sz="3200" b="1" dirty="0">
                  <a:solidFill>
                    <a:schemeClr val="bg1"/>
                  </a:solidFill>
                </a:rPr>
                <a:t>🔹 Data Cleaning</a:t>
              </a:r>
              <a:endParaRPr lang="en-US" sz="3200" b="1" dirty="0">
                <a:solidFill>
                  <a:schemeClr val="bg1"/>
                </a:solidFill>
              </a:endParaRPr>
            </a:p>
          </p:txBody>
        </p:sp>
        <p:sp>
          <p:nvSpPr>
            <p:cNvPr id="21" name="TextBox 8">
              <a:extLst>
                <a:ext uri="{FF2B5EF4-FFF2-40B4-BE49-F238E27FC236}">
                  <a16:creationId xmlns:a16="http://schemas.microsoft.com/office/drawing/2014/main" id="{D4EB14ED-BC4D-35F2-9357-F33FA1270F4A}"/>
                </a:ext>
              </a:extLst>
            </p:cNvPr>
            <p:cNvSpPr txBox="1"/>
            <p:nvPr/>
          </p:nvSpPr>
          <p:spPr>
            <a:xfrm>
              <a:off x="8330866" y="1101919"/>
              <a:ext cx="6656019" cy="86177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2"/>
              <a:r>
                <a:rPr lang="en-US" sz="2800" dirty="0">
                  <a:solidFill>
                    <a:schemeClr val="bg1"/>
                  </a:solidFill>
                </a:rPr>
                <a:t>• Removed missing or invalid values</a:t>
              </a:r>
              <a:br>
                <a:rPr lang="en-US" sz="2800" dirty="0">
                  <a:solidFill>
                    <a:schemeClr val="bg1"/>
                  </a:solidFill>
                </a:rPr>
              </a:br>
              <a:r>
                <a:rPr lang="en-US" sz="2800" dirty="0">
                  <a:solidFill>
                    <a:schemeClr val="bg1"/>
                  </a:solidFill>
                </a:rPr>
                <a:t>• Ensured consistency in dataset</a:t>
              </a:r>
            </a:p>
          </p:txBody>
        </p:sp>
      </p:grpSp>
      <p:sp>
        <p:nvSpPr>
          <p:cNvPr id="23" name="AutoShape 10">
            <a:extLst>
              <a:ext uri="{FF2B5EF4-FFF2-40B4-BE49-F238E27FC236}">
                <a16:creationId xmlns:a16="http://schemas.microsoft.com/office/drawing/2014/main" id="{B1FCBD30-35E6-C6F1-C40A-53518BB195EA}"/>
              </a:ext>
            </a:extLst>
          </p:cNvPr>
          <p:cNvSpPr/>
          <p:nvPr/>
        </p:nvSpPr>
        <p:spPr>
          <a:xfrm>
            <a:off x="7576015" y="-128596"/>
            <a:ext cx="94762" cy="12086134"/>
          </a:xfrm>
          <a:prstGeom prst="line">
            <a:avLst/>
          </a:prstGeom>
          <a:ln w="38100" cap="flat">
            <a:solidFill>
              <a:srgbClr val="9B6A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963421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400AD4">
                <a:alpha val="100000"/>
              </a:srgbClr>
            </a:gs>
            <a:gs pos="50000">
              <a:srgbClr val="5234A9">
                <a:alpha val="100000"/>
              </a:srgbClr>
            </a:gs>
            <a:gs pos="100000">
              <a:srgbClr val="1B1B1B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D963E4-633B-EDC3-829B-F2BA631D3D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1B8B3966-100D-5425-2389-5BB311949048}"/>
              </a:ext>
            </a:extLst>
          </p:cNvPr>
          <p:cNvSpPr txBox="1"/>
          <p:nvPr/>
        </p:nvSpPr>
        <p:spPr>
          <a:xfrm>
            <a:off x="171440" y="219075"/>
            <a:ext cx="9329738" cy="19697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🔹 Original Dataset</a:t>
            </a:r>
          </a:p>
          <a:p>
            <a:r>
              <a:rPr lang="en-US" sz="3200" dirty="0">
                <a:solidFill>
                  <a:srgbClr val="9B6AFF"/>
                </a:solidFill>
              </a:rPr>
              <a:t>• Initially contained </a:t>
            </a:r>
            <a:r>
              <a:rPr lang="en-US" sz="3200" b="1" dirty="0">
                <a:solidFill>
                  <a:srgbClr val="9B6AFF"/>
                </a:solidFill>
              </a:rPr>
              <a:t>12 input features</a:t>
            </a:r>
            <a:br>
              <a:rPr lang="en-US" sz="3200" dirty="0">
                <a:solidFill>
                  <a:srgbClr val="9B6AFF"/>
                </a:solidFill>
              </a:rPr>
            </a:br>
            <a:r>
              <a:rPr lang="en-US" sz="3200" dirty="0">
                <a:solidFill>
                  <a:srgbClr val="9B6AFF"/>
                </a:solidFill>
              </a:rPr>
              <a:t>• Included demographic and employment attributes</a:t>
            </a:r>
            <a:br>
              <a:rPr lang="en-US" sz="3200" dirty="0">
                <a:solidFill>
                  <a:srgbClr val="9B6AFF"/>
                </a:solidFill>
              </a:rPr>
            </a:br>
            <a:r>
              <a:rPr lang="en-US" sz="3200" dirty="0">
                <a:solidFill>
                  <a:srgbClr val="9B6AFF"/>
                </a:solidFill>
              </a:rPr>
              <a:t>• Some features were redundant or low correlation</a:t>
            </a:r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67FF0BC6-9C0F-8367-2219-FDBCED134C25}"/>
              </a:ext>
            </a:extLst>
          </p:cNvPr>
          <p:cNvSpPr/>
          <p:nvPr/>
        </p:nvSpPr>
        <p:spPr>
          <a:xfrm rot="5385950">
            <a:off x="9547060" y="1586468"/>
            <a:ext cx="10272218" cy="7128328"/>
          </a:xfrm>
          <a:custGeom>
            <a:avLst/>
            <a:gdLst/>
            <a:ahLst/>
            <a:cxnLst/>
            <a:rect l="l" t="t" r="r" b="b"/>
            <a:pathLst>
              <a:path w="10432873" h="6790852">
                <a:moveTo>
                  <a:pt x="0" y="0"/>
                </a:moveTo>
                <a:lnTo>
                  <a:pt x="10432873" y="0"/>
                </a:lnTo>
                <a:lnTo>
                  <a:pt x="10432873" y="6790852"/>
                </a:lnTo>
                <a:lnTo>
                  <a:pt x="0" y="67908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71FAF8-2065-E241-5D9A-B18DA4B420DB}"/>
              </a:ext>
            </a:extLst>
          </p:cNvPr>
          <p:cNvSpPr txBox="1"/>
          <p:nvPr/>
        </p:nvSpPr>
        <p:spPr>
          <a:xfrm>
            <a:off x="11098041" y="4381500"/>
            <a:ext cx="7170909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0" dirty="0">
                <a:solidFill>
                  <a:schemeClr val="bg1"/>
                </a:solidFill>
                <a:latin typeface="DM Sans Bold" charset="0"/>
              </a:rPr>
              <a:t>FEATURE ENGINEERING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970859D-FA2F-6C9E-D716-60549AC4EB45}"/>
              </a:ext>
            </a:extLst>
          </p:cNvPr>
          <p:cNvSpPr txBox="1"/>
          <p:nvPr/>
        </p:nvSpPr>
        <p:spPr>
          <a:xfrm>
            <a:off x="3000372" y="3157527"/>
            <a:ext cx="9329737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🔹 Feature Reduction</a:t>
            </a:r>
          </a:p>
          <a:p>
            <a:r>
              <a:rPr lang="en-US" sz="3200" dirty="0">
                <a:solidFill>
                  <a:srgbClr val="9B6AFF"/>
                </a:solidFill>
              </a:rPr>
              <a:t>• Removed irrelevant and sensitive features</a:t>
            </a:r>
            <a:br>
              <a:rPr lang="en-US" sz="3200" dirty="0">
                <a:solidFill>
                  <a:srgbClr val="9B6AFF"/>
                </a:solidFill>
              </a:rPr>
            </a:br>
            <a:r>
              <a:rPr lang="en-US" sz="3200" dirty="0">
                <a:solidFill>
                  <a:srgbClr val="9B6AFF"/>
                </a:solidFill>
              </a:rPr>
              <a:t>• Reduced features from </a:t>
            </a:r>
            <a:r>
              <a:rPr lang="en-US" sz="3200" b="1" dirty="0">
                <a:solidFill>
                  <a:srgbClr val="9B6AFF"/>
                </a:solidFill>
              </a:rPr>
              <a:t>12 → 5</a:t>
            </a:r>
            <a:br>
              <a:rPr lang="en-US" sz="3200" dirty="0">
                <a:solidFill>
                  <a:srgbClr val="9B6AFF"/>
                </a:solidFill>
              </a:rPr>
            </a:br>
            <a:r>
              <a:rPr lang="en-US" sz="3200" dirty="0">
                <a:solidFill>
                  <a:srgbClr val="9B6AFF"/>
                </a:solidFill>
              </a:rPr>
              <a:t>• Improved model efficiency and interpretability</a:t>
            </a:r>
          </a:p>
          <a:p>
            <a:br>
              <a:rPr lang="en-US" sz="3200" dirty="0"/>
            </a:br>
            <a:endParaRPr lang="en-IN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F034B2-5BA0-EC6A-70BD-D022657A4E5A}"/>
              </a:ext>
            </a:extLst>
          </p:cNvPr>
          <p:cNvSpPr txBox="1"/>
          <p:nvPr/>
        </p:nvSpPr>
        <p:spPr>
          <a:xfrm>
            <a:off x="71422" y="5878767"/>
            <a:ext cx="9658350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3200" dirty="0"/>
          </a:p>
          <a:p>
            <a:r>
              <a:rPr lang="en-US" sz="3200" b="1" dirty="0">
                <a:solidFill>
                  <a:schemeClr val="bg1"/>
                </a:solidFill>
              </a:rPr>
              <a:t>🔹 Final Selected Features</a:t>
            </a:r>
          </a:p>
          <a:p>
            <a:r>
              <a:rPr lang="en-US" sz="3200" dirty="0">
                <a:solidFill>
                  <a:srgbClr val="9B6AFF"/>
                </a:solidFill>
              </a:rPr>
              <a:t>• Age</a:t>
            </a:r>
            <a:br>
              <a:rPr lang="en-US" sz="3200" dirty="0">
                <a:solidFill>
                  <a:srgbClr val="9B6AFF"/>
                </a:solidFill>
              </a:rPr>
            </a:br>
            <a:r>
              <a:rPr lang="en-US" sz="3200" dirty="0">
                <a:solidFill>
                  <a:srgbClr val="9B6AFF"/>
                </a:solidFill>
              </a:rPr>
              <a:t>• Education</a:t>
            </a:r>
            <a:br>
              <a:rPr lang="en-US" sz="3200" dirty="0">
                <a:solidFill>
                  <a:srgbClr val="9B6AFF"/>
                </a:solidFill>
              </a:rPr>
            </a:br>
            <a:r>
              <a:rPr lang="en-US" sz="3200" dirty="0">
                <a:solidFill>
                  <a:srgbClr val="9B6AFF"/>
                </a:solidFill>
              </a:rPr>
              <a:t>• Occupation</a:t>
            </a:r>
            <a:br>
              <a:rPr lang="en-US" sz="3200" dirty="0">
                <a:solidFill>
                  <a:srgbClr val="9B6AFF"/>
                </a:solidFill>
              </a:rPr>
            </a:br>
            <a:r>
              <a:rPr lang="en-US" sz="3200" dirty="0">
                <a:solidFill>
                  <a:srgbClr val="9B6AFF"/>
                </a:solidFill>
              </a:rPr>
              <a:t>• </a:t>
            </a:r>
            <a:r>
              <a:rPr lang="en-US" sz="3200" dirty="0" err="1">
                <a:solidFill>
                  <a:srgbClr val="9B6AFF"/>
                </a:solidFill>
              </a:rPr>
              <a:t>Workclass</a:t>
            </a:r>
            <a:br>
              <a:rPr lang="en-US" sz="3200" dirty="0">
                <a:solidFill>
                  <a:srgbClr val="9B6AFF"/>
                </a:solidFill>
              </a:rPr>
            </a:br>
            <a:r>
              <a:rPr lang="en-US" sz="3200" dirty="0">
                <a:solidFill>
                  <a:srgbClr val="9B6AFF"/>
                </a:solidFill>
              </a:rPr>
              <a:t>• Hours-per-week</a:t>
            </a:r>
          </a:p>
          <a:p>
            <a:endParaRPr lang="en-IN" sz="3200" dirty="0"/>
          </a:p>
        </p:txBody>
      </p:sp>
      <p:sp>
        <p:nvSpPr>
          <p:cNvPr id="8" name="Freeform 51">
            <a:extLst>
              <a:ext uri="{FF2B5EF4-FFF2-40B4-BE49-F238E27FC236}">
                <a16:creationId xmlns:a16="http://schemas.microsoft.com/office/drawing/2014/main" id="{DDA363BA-F5C5-C73E-C37E-BC78D2D76058}"/>
              </a:ext>
            </a:extLst>
          </p:cNvPr>
          <p:cNvSpPr/>
          <p:nvPr/>
        </p:nvSpPr>
        <p:spPr>
          <a:xfrm rot="5400000">
            <a:off x="-938558" y="3232618"/>
            <a:ext cx="1969772" cy="2021886"/>
          </a:xfrm>
          <a:custGeom>
            <a:avLst/>
            <a:gdLst/>
            <a:ahLst/>
            <a:cxnLst/>
            <a:rect l="l" t="t" r="r" b="b"/>
            <a:pathLst>
              <a:path w="1386293" h="1386293">
                <a:moveTo>
                  <a:pt x="0" y="0"/>
                </a:moveTo>
                <a:lnTo>
                  <a:pt x="1386293" y="0"/>
                </a:lnTo>
                <a:lnTo>
                  <a:pt x="1386293" y="1386293"/>
                </a:lnTo>
                <a:lnTo>
                  <a:pt x="0" y="138629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51">
            <a:extLst>
              <a:ext uri="{FF2B5EF4-FFF2-40B4-BE49-F238E27FC236}">
                <a16:creationId xmlns:a16="http://schemas.microsoft.com/office/drawing/2014/main" id="{FF4C25AF-A618-7E9B-9522-F9CC04327D8E}"/>
              </a:ext>
            </a:extLst>
          </p:cNvPr>
          <p:cNvSpPr/>
          <p:nvPr/>
        </p:nvSpPr>
        <p:spPr>
          <a:xfrm rot="5400000">
            <a:off x="10113156" y="7607712"/>
            <a:ext cx="1969772" cy="2021886"/>
          </a:xfrm>
          <a:custGeom>
            <a:avLst/>
            <a:gdLst/>
            <a:ahLst/>
            <a:cxnLst/>
            <a:rect l="l" t="t" r="r" b="b"/>
            <a:pathLst>
              <a:path w="1386293" h="1386293">
                <a:moveTo>
                  <a:pt x="0" y="0"/>
                </a:moveTo>
                <a:lnTo>
                  <a:pt x="1386293" y="0"/>
                </a:lnTo>
                <a:lnTo>
                  <a:pt x="1386293" y="1386293"/>
                </a:lnTo>
                <a:lnTo>
                  <a:pt x="0" y="138629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51">
            <a:extLst>
              <a:ext uri="{FF2B5EF4-FFF2-40B4-BE49-F238E27FC236}">
                <a16:creationId xmlns:a16="http://schemas.microsoft.com/office/drawing/2014/main" id="{3E046EDF-A606-97A6-E4EB-51D0C0296B6D}"/>
              </a:ext>
            </a:extLst>
          </p:cNvPr>
          <p:cNvSpPr/>
          <p:nvPr/>
        </p:nvSpPr>
        <p:spPr>
          <a:xfrm rot="5400000">
            <a:off x="10122676" y="959254"/>
            <a:ext cx="1969772" cy="2021886"/>
          </a:xfrm>
          <a:custGeom>
            <a:avLst/>
            <a:gdLst/>
            <a:ahLst/>
            <a:cxnLst/>
            <a:rect l="l" t="t" r="r" b="b"/>
            <a:pathLst>
              <a:path w="1386293" h="1386293">
                <a:moveTo>
                  <a:pt x="0" y="0"/>
                </a:moveTo>
                <a:lnTo>
                  <a:pt x="1386293" y="0"/>
                </a:lnTo>
                <a:lnTo>
                  <a:pt x="1386293" y="1386293"/>
                </a:lnTo>
                <a:lnTo>
                  <a:pt x="0" y="138629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25365188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50000">
              <a:srgbClr val="5234A9">
                <a:alpha val="100000"/>
              </a:srgbClr>
            </a:gs>
            <a:gs pos="100000">
              <a:srgbClr val="400AD4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232489" y="737736"/>
            <a:ext cx="1571938" cy="1571938"/>
          </a:xfrm>
          <a:custGeom>
            <a:avLst/>
            <a:gdLst/>
            <a:ahLst/>
            <a:cxnLst/>
            <a:rect l="l" t="t" r="r" b="b"/>
            <a:pathLst>
              <a:path w="1571938" h="1571938">
                <a:moveTo>
                  <a:pt x="0" y="0"/>
                </a:moveTo>
                <a:lnTo>
                  <a:pt x="1571938" y="0"/>
                </a:lnTo>
                <a:lnTo>
                  <a:pt x="1571938" y="1571938"/>
                </a:lnTo>
                <a:lnTo>
                  <a:pt x="0" y="15719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203865" y="3811835"/>
            <a:ext cx="1748915" cy="1748915"/>
          </a:xfrm>
          <a:custGeom>
            <a:avLst/>
            <a:gdLst/>
            <a:ahLst/>
            <a:cxnLst/>
            <a:rect l="l" t="t" r="r" b="b"/>
            <a:pathLst>
              <a:path w="1748915" h="1748915">
                <a:moveTo>
                  <a:pt x="0" y="0"/>
                </a:moveTo>
                <a:lnTo>
                  <a:pt x="1748915" y="0"/>
                </a:lnTo>
                <a:lnTo>
                  <a:pt x="1748915" y="1748916"/>
                </a:lnTo>
                <a:lnTo>
                  <a:pt x="0" y="174891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9232489" y="7034595"/>
            <a:ext cx="1748553" cy="1462426"/>
          </a:xfrm>
          <a:custGeom>
            <a:avLst/>
            <a:gdLst/>
            <a:ahLst/>
            <a:cxnLst/>
            <a:rect l="l" t="t" r="r" b="b"/>
            <a:pathLst>
              <a:path w="1748553" h="1462426">
                <a:moveTo>
                  <a:pt x="0" y="0"/>
                </a:moveTo>
                <a:lnTo>
                  <a:pt x="1748553" y="0"/>
                </a:lnTo>
                <a:lnTo>
                  <a:pt x="1748553" y="1462426"/>
                </a:lnTo>
                <a:lnTo>
                  <a:pt x="0" y="146242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" y="2100264"/>
            <a:ext cx="7315602" cy="48910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450"/>
              </a:lnSpc>
            </a:pPr>
            <a:r>
              <a:rPr lang="en-IN" sz="8800" dirty="0">
                <a:solidFill>
                  <a:schemeClr val="bg1"/>
                </a:solidFill>
                <a:latin typeface="DM Sans Bold" charset="0"/>
              </a:rPr>
              <a:t>Machine Learning Models Implemented</a:t>
            </a:r>
            <a:endParaRPr lang="en-US" sz="8800" dirty="0">
              <a:solidFill>
                <a:schemeClr val="bg1"/>
              </a:solidFill>
              <a:latin typeface="DM Sans Bold" charset="0"/>
              <a:ea typeface="DM Sans"/>
              <a:cs typeface="DM Sans"/>
              <a:sym typeface="DM Sans"/>
            </a:endParaRPr>
          </a:p>
        </p:txBody>
      </p:sp>
      <p:sp>
        <p:nvSpPr>
          <p:cNvPr id="13" name="AutoShape 13"/>
          <p:cNvSpPr/>
          <p:nvPr/>
        </p:nvSpPr>
        <p:spPr>
          <a:xfrm flipH="1">
            <a:off x="7315606" y="-844695"/>
            <a:ext cx="0" cy="11976390"/>
          </a:xfrm>
          <a:prstGeom prst="line">
            <a:avLst/>
          </a:prstGeom>
          <a:ln w="38100" cap="flat">
            <a:solidFill>
              <a:srgbClr val="9B6A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4B18FD-EE04-3F68-4195-57303A9D580B}"/>
              </a:ext>
            </a:extLst>
          </p:cNvPr>
          <p:cNvSpPr txBox="1"/>
          <p:nvPr/>
        </p:nvSpPr>
        <p:spPr>
          <a:xfrm>
            <a:off x="11101385" y="842955"/>
            <a:ext cx="55292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solidFill>
                  <a:schemeClr val="bg1"/>
                </a:solidFill>
                <a:latin typeface="DM Sans Bold" charset="0"/>
              </a:rPr>
              <a:t>Logistic Regression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F18198B-298F-C8C4-776F-35A6C4B37705}"/>
              </a:ext>
            </a:extLst>
          </p:cNvPr>
          <p:cNvSpPr txBox="1"/>
          <p:nvPr/>
        </p:nvSpPr>
        <p:spPr>
          <a:xfrm>
            <a:off x="11172825" y="6867393"/>
            <a:ext cx="55292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solidFill>
                  <a:schemeClr val="bg1"/>
                </a:solidFill>
                <a:latin typeface="DM Sans Bold" charset="0"/>
              </a:rPr>
              <a:t>Gradient Boosting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D7A24C0-41EB-2B4B-63AF-0AA509D6C265}"/>
              </a:ext>
            </a:extLst>
          </p:cNvPr>
          <p:cNvSpPr txBox="1"/>
          <p:nvPr/>
        </p:nvSpPr>
        <p:spPr>
          <a:xfrm>
            <a:off x="11172825" y="3738518"/>
            <a:ext cx="55292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solidFill>
                  <a:schemeClr val="bg1"/>
                </a:solidFill>
                <a:latin typeface="DM Sans Bold" charset="0"/>
              </a:rPr>
              <a:t>Random Forest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CEB11F2-8C1D-6340-C07B-F0AEF6C0992D}"/>
              </a:ext>
            </a:extLst>
          </p:cNvPr>
          <p:cNvSpPr txBox="1"/>
          <p:nvPr/>
        </p:nvSpPr>
        <p:spPr>
          <a:xfrm>
            <a:off x="11301412" y="1643055"/>
            <a:ext cx="698658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• Linear classification algorithm</a:t>
            </a: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• Suitable for binary classification problems</a:t>
            </a: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• Predicts probability using sigmoid function</a:t>
            </a: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• Simple, fast, and interpretable</a:t>
            </a:r>
            <a:endParaRPr lang="en-IN" sz="2800" dirty="0">
              <a:solidFill>
                <a:schemeClr val="bg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72C2152-504F-12A9-64AE-E841123EF0DF}"/>
              </a:ext>
            </a:extLst>
          </p:cNvPr>
          <p:cNvSpPr txBox="1"/>
          <p:nvPr/>
        </p:nvSpPr>
        <p:spPr>
          <a:xfrm>
            <a:off x="11172820" y="4421545"/>
            <a:ext cx="711517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• Ensemble method using multiple decision trees</a:t>
            </a: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• Reduces overfitting compared to a single tree</a:t>
            </a: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• Handles non-linear relationships effectively</a:t>
            </a: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• Provides better stability and accuracy</a:t>
            </a:r>
            <a:endParaRPr lang="en-IN" sz="2800" dirty="0">
              <a:solidFill>
                <a:schemeClr val="bg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28585A1-3485-A9F5-2325-7965399EECDE}"/>
              </a:ext>
            </a:extLst>
          </p:cNvPr>
          <p:cNvSpPr txBox="1"/>
          <p:nvPr/>
        </p:nvSpPr>
        <p:spPr>
          <a:xfrm>
            <a:off x="11301412" y="7598504"/>
            <a:ext cx="645794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• Sequential ensemble technique</a:t>
            </a: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• Improves model performance step-by-step</a:t>
            </a: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• Focuses on reducing previous errors</a:t>
            </a: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• Achieved highest accuracy and recall in this project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50000">
              <a:srgbClr val="5234A9">
                <a:alpha val="100000"/>
              </a:srgbClr>
            </a:gs>
            <a:gs pos="100000">
              <a:srgbClr val="400AD4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CE8E4E-927B-5B54-3C25-E009406DD0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3">
            <a:extLst>
              <a:ext uri="{FF2B5EF4-FFF2-40B4-BE49-F238E27FC236}">
                <a16:creationId xmlns:a16="http://schemas.microsoft.com/office/drawing/2014/main" id="{949B9404-A86F-DDD7-8050-229583412F4E}"/>
              </a:ext>
            </a:extLst>
          </p:cNvPr>
          <p:cNvSpPr/>
          <p:nvPr/>
        </p:nvSpPr>
        <p:spPr>
          <a:xfrm>
            <a:off x="9212228" y="1078434"/>
            <a:ext cx="1665514" cy="1665514"/>
          </a:xfrm>
          <a:custGeom>
            <a:avLst/>
            <a:gdLst/>
            <a:ahLst/>
            <a:cxnLst/>
            <a:rect l="l" t="t" r="r" b="b"/>
            <a:pathLst>
              <a:path w="1665514" h="1665514">
                <a:moveTo>
                  <a:pt x="0" y="0"/>
                </a:moveTo>
                <a:lnTo>
                  <a:pt x="1665515" y="0"/>
                </a:lnTo>
                <a:lnTo>
                  <a:pt x="1665515" y="1665514"/>
                </a:lnTo>
                <a:lnTo>
                  <a:pt x="0" y="1665514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>
              <a:alphaModFix amt="3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  <a:effectLst>
            <a:reflection blurRad="6350" stA="50000" endA="295" endPos="92000" dist="101600" dir="5400000" sy="-100000" algn="bl" rotWithShape="0"/>
          </a:effectLst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739FBC70-55D2-D7EC-0DF7-12ACF47C1948}"/>
              </a:ext>
            </a:extLst>
          </p:cNvPr>
          <p:cNvSpPr/>
          <p:nvPr/>
        </p:nvSpPr>
        <p:spPr>
          <a:xfrm>
            <a:off x="1237795" y="4572009"/>
            <a:ext cx="1665514" cy="1665514"/>
          </a:xfrm>
          <a:custGeom>
            <a:avLst/>
            <a:gdLst/>
            <a:ahLst/>
            <a:cxnLst/>
            <a:rect l="l" t="t" r="r" b="b"/>
            <a:pathLst>
              <a:path w="1665514" h="1665514">
                <a:moveTo>
                  <a:pt x="0" y="0"/>
                </a:moveTo>
                <a:lnTo>
                  <a:pt x="1665515" y="0"/>
                </a:lnTo>
                <a:lnTo>
                  <a:pt x="1665515" y="1665514"/>
                </a:lnTo>
                <a:lnTo>
                  <a:pt x="0" y="16655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" name="Freeform 2">
            <a:extLst>
              <a:ext uri="{FF2B5EF4-FFF2-40B4-BE49-F238E27FC236}">
                <a16:creationId xmlns:a16="http://schemas.microsoft.com/office/drawing/2014/main" id="{3E79E628-F5F8-941E-35A2-95BC09E0461B}"/>
              </a:ext>
            </a:extLst>
          </p:cNvPr>
          <p:cNvSpPr/>
          <p:nvPr/>
        </p:nvSpPr>
        <p:spPr>
          <a:xfrm rot="5400000">
            <a:off x="6482849" y="476382"/>
            <a:ext cx="1665514" cy="1665514"/>
          </a:xfrm>
          <a:custGeom>
            <a:avLst/>
            <a:gdLst/>
            <a:ahLst/>
            <a:cxnLst/>
            <a:rect l="l" t="t" r="r" b="b"/>
            <a:pathLst>
              <a:path w="1665514" h="1665514">
                <a:moveTo>
                  <a:pt x="0" y="0"/>
                </a:moveTo>
                <a:lnTo>
                  <a:pt x="1665515" y="0"/>
                </a:lnTo>
                <a:lnTo>
                  <a:pt x="1665515" y="1665514"/>
                </a:lnTo>
                <a:lnTo>
                  <a:pt x="0" y="16655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2AA6018B-095D-1C27-1B4A-88E384D44DA0}"/>
              </a:ext>
            </a:extLst>
          </p:cNvPr>
          <p:cNvSpPr txBox="1"/>
          <p:nvPr/>
        </p:nvSpPr>
        <p:spPr>
          <a:xfrm>
            <a:off x="381000" y="5453253"/>
            <a:ext cx="5818635" cy="1978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919"/>
              </a:lnSpc>
              <a:spcBef>
                <a:spcPct val="0"/>
              </a:spcBef>
            </a:pPr>
            <a:r>
              <a:rPr lang="en-US" sz="2800">
                <a:solidFill>
                  <a:srgbClr val="735EA7"/>
                </a:solidFill>
                <a:latin typeface="DM Sans" pitchFamily="2" charset="0"/>
              </a:rPr>
              <a:t>Identifying the imbalance in salary categories and understanding its impact on machine learning model performance</a:t>
            </a:r>
            <a:r>
              <a:rPr lang="en-US" sz="2800">
                <a:latin typeface="DM Sans" pitchFamily="2" charset="0"/>
              </a:rPr>
              <a:t>.</a:t>
            </a:r>
            <a:endParaRPr lang="en-US" sz="2799">
              <a:solidFill>
                <a:srgbClr val="BFA8EF"/>
              </a:solidFill>
              <a:latin typeface="DM Sans" pitchFamily="2" charset="0"/>
              <a:ea typeface="DM Sans"/>
              <a:cs typeface="DM Sans"/>
              <a:sym typeface="DM Sans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79981A5C-1723-53E3-400A-E090251EB83B}"/>
              </a:ext>
            </a:extLst>
          </p:cNvPr>
          <p:cNvSpPr txBox="1"/>
          <p:nvPr/>
        </p:nvSpPr>
        <p:spPr>
          <a:xfrm>
            <a:off x="8431568" y="770561"/>
            <a:ext cx="4342787" cy="4250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150"/>
              </a:lnSpc>
            </a:pPr>
            <a:r>
              <a:rPr lang="en-IN" sz="3200" b="1" dirty="0">
                <a:solidFill>
                  <a:schemeClr val="bg1"/>
                </a:solidFill>
                <a:latin typeface="DM Sans Bold" charset="0"/>
                <a:ea typeface="DM Sans Bold"/>
                <a:cs typeface="DM Sans Bold"/>
                <a:sym typeface="DM Sans Bold"/>
              </a:rPr>
              <a:t>Accuracy</a:t>
            </a:r>
            <a:endParaRPr lang="en-US" sz="3000" b="1" dirty="0">
              <a:solidFill>
                <a:schemeClr val="bg1"/>
              </a:solidFill>
              <a:latin typeface="DM Sans Bold" charset="0"/>
              <a:ea typeface="DM Sans Bold"/>
              <a:cs typeface="DM Sans Bold"/>
              <a:sym typeface="DM Sans Bold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9AF834FB-F792-D0A5-75DF-05B4E59ED1A7}"/>
              </a:ext>
            </a:extLst>
          </p:cNvPr>
          <p:cNvSpPr txBox="1"/>
          <p:nvPr/>
        </p:nvSpPr>
        <p:spPr>
          <a:xfrm>
            <a:off x="8570870" y="3902539"/>
            <a:ext cx="3532433" cy="4229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150"/>
              </a:lnSpc>
            </a:pPr>
            <a:r>
              <a:rPr lang="en-IN" sz="3200" b="1" dirty="0" err="1">
                <a:solidFill>
                  <a:schemeClr val="bg1"/>
                </a:solidFill>
                <a:latin typeface="DM Sans Bold" charset="0"/>
                <a:ea typeface="DM Sans Bold"/>
                <a:cs typeface="DM Sans Bold"/>
                <a:sym typeface="DM Sans Bold"/>
              </a:rPr>
              <a:t>Precission</a:t>
            </a:r>
            <a:endParaRPr lang="en-US" sz="3000" b="1" dirty="0">
              <a:solidFill>
                <a:schemeClr val="bg1"/>
              </a:solidFill>
              <a:latin typeface="DM Sans Bold" charset="0"/>
              <a:ea typeface="DM Sans Bold"/>
              <a:cs typeface="DM Sans Bold"/>
              <a:sym typeface="DM Sans Bold"/>
            </a:endParaRP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627EE03E-CADE-B3B2-EF48-762CB6ADB82E}"/>
              </a:ext>
            </a:extLst>
          </p:cNvPr>
          <p:cNvSpPr txBox="1"/>
          <p:nvPr/>
        </p:nvSpPr>
        <p:spPr>
          <a:xfrm>
            <a:off x="8330866" y="1516702"/>
            <a:ext cx="6656019" cy="8862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99"/>
              </a:lnSpc>
            </a:pPr>
            <a:r>
              <a:rPr lang="en-US" sz="2800" dirty="0">
                <a:solidFill>
                  <a:schemeClr val="bg1">
                    <a:lumMod val="95000"/>
                  </a:schemeClr>
                </a:solidFill>
              </a:rPr>
              <a:t>• Measures overall correctness of the model</a:t>
            </a:r>
            <a:br>
              <a:rPr lang="en-US" sz="28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n-US" sz="2800" dirty="0">
                <a:solidFill>
                  <a:schemeClr val="bg1">
                    <a:lumMod val="95000"/>
                  </a:schemeClr>
                </a:solidFill>
              </a:rPr>
              <a:t>• Percentage of total correct predictions</a:t>
            </a:r>
            <a:endParaRPr lang="en-US" sz="2499" dirty="0">
              <a:solidFill>
                <a:schemeClr val="bg1">
                  <a:lumMod val="95000"/>
                </a:schemeClr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87C88A88-3300-5CE9-66DE-8DD29E884271}"/>
              </a:ext>
            </a:extLst>
          </p:cNvPr>
          <p:cNvSpPr txBox="1"/>
          <p:nvPr/>
        </p:nvSpPr>
        <p:spPr>
          <a:xfrm>
            <a:off x="8431568" y="4650529"/>
            <a:ext cx="6199432" cy="22235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99"/>
              </a:lnSpc>
            </a:pPr>
            <a:r>
              <a:rPr lang="en-US" sz="2800" dirty="0">
                <a:solidFill>
                  <a:schemeClr val="bg1">
                    <a:lumMod val="95000"/>
                  </a:schemeClr>
                </a:solidFill>
              </a:rPr>
              <a:t>• Measures how many predicted positives are actually correct</a:t>
            </a:r>
            <a:br>
              <a:rPr lang="en-US" sz="28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n-US" sz="2800" dirty="0">
                <a:solidFill>
                  <a:schemeClr val="bg1">
                    <a:lumMod val="95000"/>
                  </a:schemeClr>
                </a:solidFill>
              </a:rPr>
              <a:t>• Important when false positives must be minimized</a:t>
            </a:r>
          </a:p>
          <a:p>
            <a:pPr algn="l">
              <a:lnSpc>
                <a:spcPts val="3499"/>
              </a:lnSpc>
            </a:pPr>
            <a:endParaRPr lang="en-US" sz="2499" dirty="0">
              <a:solidFill>
                <a:schemeClr val="bg1">
                  <a:lumMod val="95000"/>
                </a:schemeClr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" name="AutoShape 10">
            <a:extLst>
              <a:ext uri="{FF2B5EF4-FFF2-40B4-BE49-F238E27FC236}">
                <a16:creationId xmlns:a16="http://schemas.microsoft.com/office/drawing/2014/main" id="{7998B171-ACB8-DD90-8AB0-320AD08D4DC2}"/>
              </a:ext>
            </a:extLst>
          </p:cNvPr>
          <p:cNvSpPr/>
          <p:nvPr/>
        </p:nvSpPr>
        <p:spPr>
          <a:xfrm flipH="1">
            <a:off x="7315606" y="-844695"/>
            <a:ext cx="0" cy="11976390"/>
          </a:xfrm>
          <a:prstGeom prst="line">
            <a:avLst/>
          </a:prstGeom>
          <a:ln w="38100" cap="flat">
            <a:solidFill>
              <a:srgbClr val="9B6A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5781DF68-4658-B789-BE27-9EDBDBF80894}"/>
              </a:ext>
            </a:extLst>
          </p:cNvPr>
          <p:cNvSpPr txBox="1"/>
          <p:nvPr/>
        </p:nvSpPr>
        <p:spPr>
          <a:xfrm>
            <a:off x="8570870" y="7725080"/>
            <a:ext cx="3532433" cy="4229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150"/>
              </a:lnSpc>
            </a:pPr>
            <a:r>
              <a:rPr lang="en-IN" sz="3200" b="1" dirty="0">
                <a:solidFill>
                  <a:schemeClr val="bg1"/>
                </a:solidFill>
                <a:latin typeface="DM Sans Bold" charset="0"/>
                <a:ea typeface="DM Sans Bold"/>
                <a:cs typeface="DM Sans Bold"/>
                <a:sym typeface="DM Sans Bold"/>
              </a:rPr>
              <a:t>Recall</a:t>
            </a:r>
            <a:endParaRPr lang="en-US" sz="3000" b="1" dirty="0">
              <a:solidFill>
                <a:schemeClr val="bg1"/>
              </a:solidFill>
              <a:latin typeface="DM Sans Bold" charset="0"/>
              <a:ea typeface="DM Sans Bold"/>
              <a:cs typeface="DM Sans Bold"/>
              <a:sym typeface="DM Sans Bold"/>
            </a:endParaRPr>
          </a:p>
        </p:txBody>
      </p:sp>
      <p:sp>
        <p:nvSpPr>
          <p:cNvPr id="13" name="Freeform 3">
            <a:extLst>
              <a:ext uri="{FF2B5EF4-FFF2-40B4-BE49-F238E27FC236}">
                <a16:creationId xmlns:a16="http://schemas.microsoft.com/office/drawing/2014/main" id="{E880376B-9887-0A8F-BFC6-30C40BC587E5}"/>
              </a:ext>
            </a:extLst>
          </p:cNvPr>
          <p:cNvSpPr/>
          <p:nvPr/>
        </p:nvSpPr>
        <p:spPr>
          <a:xfrm>
            <a:off x="16317685" y="4572009"/>
            <a:ext cx="1665514" cy="1665514"/>
          </a:xfrm>
          <a:custGeom>
            <a:avLst/>
            <a:gdLst/>
            <a:ahLst/>
            <a:cxnLst/>
            <a:rect l="l" t="t" r="r" b="b"/>
            <a:pathLst>
              <a:path w="1665514" h="1665514">
                <a:moveTo>
                  <a:pt x="0" y="0"/>
                </a:moveTo>
                <a:lnTo>
                  <a:pt x="1665515" y="0"/>
                </a:lnTo>
                <a:lnTo>
                  <a:pt x="1665515" y="1665514"/>
                </a:lnTo>
                <a:lnTo>
                  <a:pt x="0" y="1665514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>
              <a:alphaModFix amt="3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  <a:effectLst>
            <a:reflection blurRad="6350" stA="50000" endA="295" endPos="92000" dist="101600" dir="5400000" sy="-100000" algn="bl" rotWithShape="0"/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4" name="Freeform 2">
            <a:extLst>
              <a:ext uri="{FF2B5EF4-FFF2-40B4-BE49-F238E27FC236}">
                <a16:creationId xmlns:a16="http://schemas.microsoft.com/office/drawing/2014/main" id="{F20DB783-8D7B-82A1-953B-091DBDF1940A}"/>
              </a:ext>
            </a:extLst>
          </p:cNvPr>
          <p:cNvSpPr/>
          <p:nvPr/>
        </p:nvSpPr>
        <p:spPr>
          <a:xfrm rot="5400000">
            <a:off x="6502517" y="3711189"/>
            <a:ext cx="1665514" cy="1665514"/>
          </a:xfrm>
          <a:custGeom>
            <a:avLst/>
            <a:gdLst/>
            <a:ahLst/>
            <a:cxnLst/>
            <a:rect l="l" t="t" r="r" b="b"/>
            <a:pathLst>
              <a:path w="1665514" h="1665514">
                <a:moveTo>
                  <a:pt x="0" y="0"/>
                </a:moveTo>
                <a:lnTo>
                  <a:pt x="1665515" y="0"/>
                </a:lnTo>
                <a:lnTo>
                  <a:pt x="1665515" y="1665514"/>
                </a:lnTo>
                <a:lnTo>
                  <a:pt x="0" y="16655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C6733E6-4192-C7B1-A7A0-7CEE03D868AC}"/>
              </a:ext>
            </a:extLst>
          </p:cNvPr>
          <p:cNvSpPr txBox="1"/>
          <p:nvPr/>
        </p:nvSpPr>
        <p:spPr>
          <a:xfrm>
            <a:off x="304801" y="1790700"/>
            <a:ext cx="6473883" cy="36140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450"/>
              </a:lnSpc>
            </a:pPr>
            <a:r>
              <a:rPr lang="en-IN" sz="7200" dirty="0">
                <a:solidFill>
                  <a:schemeClr val="bg1"/>
                </a:solidFill>
                <a:latin typeface="DM Sans Bold" charset="0"/>
                <a:ea typeface="DM Sans"/>
                <a:cs typeface="DM Sans"/>
                <a:sym typeface="DM Sans"/>
              </a:rPr>
              <a:t>MODEL </a:t>
            </a:r>
          </a:p>
          <a:p>
            <a:pPr>
              <a:lnSpc>
                <a:spcPts val="9450"/>
              </a:lnSpc>
            </a:pPr>
            <a:r>
              <a:rPr lang="en-IN" sz="7200" dirty="0">
                <a:solidFill>
                  <a:schemeClr val="bg1"/>
                </a:solidFill>
                <a:latin typeface="DM Sans Bold" charset="0"/>
                <a:ea typeface="DM Sans"/>
                <a:cs typeface="DM Sans"/>
                <a:sym typeface="DM Sans"/>
              </a:rPr>
              <a:t>EVALUVATION</a:t>
            </a:r>
          </a:p>
          <a:p>
            <a:pPr>
              <a:lnSpc>
                <a:spcPts val="9450"/>
              </a:lnSpc>
            </a:pPr>
            <a:r>
              <a:rPr lang="en-IN" sz="7200" dirty="0">
                <a:solidFill>
                  <a:schemeClr val="bg1"/>
                </a:solidFill>
                <a:latin typeface="DM Sans Bold" charset="0"/>
                <a:ea typeface="DM Sans"/>
                <a:cs typeface="DM Sans"/>
                <a:sym typeface="DM Sans"/>
              </a:rPr>
              <a:t>METRICS</a:t>
            </a:r>
            <a:endParaRPr lang="en-US" sz="7200" dirty="0">
              <a:solidFill>
                <a:schemeClr val="bg1"/>
              </a:solidFill>
              <a:latin typeface="DM Sans Bold" charset="0"/>
              <a:ea typeface="DM Sans"/>
              <a:cs typeface="DM Sans"/>
              <a:sym typeface="DM Sans"/>
            </a:endParaRPr>
          </a:p>
        </p:txBody>
      </p:sp>
      <p:sp>
        <p:nvSpPr>
          <p:cNvPr id="15" name="TextBox 9">
            <a:extLst>
              <a:ext uri="{FF2B5EF4-FFF2-40B4-BE49-F238E27FC236}">
                <a16:creationId xmlns:a16="http://schemas.microsoft.com/office/drawing/2014/main" id="{2861466A-6333-FAC3-248E-ACB9C7374C5A}"/>
              </a:ext>
            </a:extLst>
          </p:cNvPr>
          <p:cNvSpPr txBox="1"/>
          <p:nvPr/>
        </p:nvSpPr>
        <p:spPr>
          <a:xfrm>
            <a:off x="8559159" y="8113479"/>
            <a:ext cx="6199432" cy="22235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99"/>
              </a:lnSpc>
            </a:pPr>
            <a:r>
              <a:rPr lang="en-US" sz="2800" dirty="0">
                <a:solidFill>
                  <a:schemeClr val="bg1">
                    <a:lumMod val="95000"/>
                  </a:schemeClr>
                </a:solidFill>
              </a:rPr>
              <a:t>• Measures how many actual positives are correctly identified</a:t>
            </a:r>
            <a:br>
              <a:rPr lang="en-US" sz="28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n-US" sz="2800" dirty="0">
                <a:solidFill>
                  <a:schemeClr val="bg1">
                    <a:lumMod val="95000"/>
                  </a:schemeClr>
                </a:solidFill>
              </a:rPr>
              <a:t>• Crucial for detecting minority class (&gt;50K)</a:t>
            </a:r>
          </a:p>
          <a:p>
            <a:pPr algn="l">
              <a:lnSpc>
                <a:spcPts val="3499"/>
              </a:lnSpc>
            </a:pPr>
            <a:endParaRPr lang="en-US" sz="2499" dirty="0">
              <a:solidFill>
                <a:schemeClr val="bg1">
                  <a:lumMod val="95000"/>
                </a:schemeClr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" name="Freeform 2">
            <a:extLst>
              <a:ext uri="{FF2B5EF4-FFF2-40B4-BE49-F238E27FC236}">
                <a16:creationId xmlns:a16="http://schemas.microsoft.com/office/drawing/2014/main" id="{E2843985-9EB1-48AD-5821-F2D3918B7F36}"/>
              </a:ext>
            </a:extLst>
          </p:cNvPr>
          <p:cNvSpPr/>
          <p:nvPr/>
        </p:nvSpPr>
        <p:spPr>
          <a:xfrm rot="5400000">
            <a:off x="6542250" y="7479352"/>
            <a:ext cx="1665514" cy="1665514"/>
          </a:xfrm>
          <a:custGeom>
            <a:avLst/>
            <a:gdLst/>
            <a:ahLst/>
            <a:cxnLst/>
            <a:rect l="l" t="t" r="r" b="b"/>
            <a:pathLst>
              <a:path w="1665514" h="1665514">
                <a:moveTo>
                  <a:pt x="0" y="0"/>
                </a:moveTo>
                <a:lnTo>
                  <a:pt x="1665515" y="0"/>
                </a:lnTo>
                <a:lnTo>
                  <a:pt x="1665515" y="1665514"/>
                </a:lnTo>
                <a:lnTo>
                  <a:pt x="0" y="16655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3">
            <a:extLst>
              <a:ext uri="{FF2B5EF4-FFF2-40B4-BE49-F238E27FC236}">
                <a16:creationId xmlns:a16="http://schemas.microsoft.com/office/drawing/2014/main" id="{B60BA0D9-346F-1BC7-48E1-D30A870CC31E}"/>
              </a:ext>
            </a:extLst>
          </p:cNvPr>
          <p:cNvSpPr/>
          <p:nvPr/>
        </p:nvSpPr>
        <p:spPr>
          <a:xfrm>
            <a:off x="9144000" y="7479352"/>
            <a:ext cx="1665514" cy="1665514"/>
          </a:xfrm>
          <a:custGeom>
            <a:avLst/>
            <a:gdLst/>
            <a:ahLst/>
            <a:cxnLst/>
            <a:rect l="l" t="t" r="r" b="b"/>
            <a:pathLst>
              <a:path w="1665514" h="1665514">
                <a:moveTo>
                  <a:pt x="0" y="0"/>
                </a:moveTo>
                <a:lnTo>
                  <a:pt x="1665515" y="0"/>
                </a:lnTo>
                <a:lnTo>
                  <a:pt x="1665515" y="1665514"/>
                </a:lnTo>
                <a:lnTo>
                  <a:pt x="0" y="1665514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>
              <a:alphaModFix amt="3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22929178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50000">
              <a:srgbClr val="5234A9">
                <a:alpha val="100000"/>
              </a:srgbClr>
            </a:gs>
            <a:gs pos="100000">
              <a:srgbClr val="400AD4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549A59-EBA5-ED69-23EF-7C807861B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3">
            <a:extLst>
              <a:ext uri="{FF2B5EF4-FFF2-40B4-BE49-F238E27FC236}">
                <a16:creationId xmlns:a16="http://schemas.microsoft.com/office/drawing/2014/main" id="{78535338-4009-CF1A-4629-442296C34C2C}"/>
              </a:ext>
            </a:extLst>
          </p:cNvPr>
          <p:cNvSpPr/>
          <p:nvPr/>
        </p:nvSpPr>
        <p:spPr>
          <a:xfrm>
            <a:off x="13839822" y="133482"/>
            <a:ext cx="1665514" cy="1665514"/>
          </a:xfrm>
          <a:custGeom>
            <a:avLst/>
            <a:gdLst/>
            <a:ahLst/>
            <a:cxnLst/>
            <a:rect l="l" t="t" r="r" b="b"/>
            <a:pathLst>
              <a:path w="1665514" h="1665514">
                <a:moveTo>
                  <a:pt x="0" y="0"/>
                </a:moveTo>
                <a:lnTo>
                  <a:pt x="1665515" y="0"/>
                </a:lnTo>
                <a:lnTo>
                  <a:pt x="1665515" y="1665514"/>
                </a:lnTo>
                <a:lnTo>
                  <a:pt x="0" y="1665514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3">
              <a:alphaModFix amt="39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a:blipFill>
          <a:effectLst>
            <a:reflection blurRad="6350" stA="50000" endA="295" endPos="92000" dist="101600" dir="5400000" sy="-100000" algn="bl" rotWithShape="0"/>
          </a:effectLst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1A27121F-ADA2-D003-AC8D-A85923A7371E}"/>
              </a:ext>
            </a:extLst>
          </p:cNvPr>
          <p:cNvSpPr/>
          <p:nvPr/>
        </p:nvSpPr>
        <p:spPr>
          <a:xfrm>
            <a:off x="1237795" y="4572009"/>
            <a:ext cx="1665514" cy="1665514"/>
          </a:xfrm>
          <a:custGeom>
            <a:avLst/>
            <a:gdLst/>
            <a:ahLst/>
            <a:cxnLst/>
            <a:rect l="l" t="t" r="r" b="b"/>
            <a:pathLst>
              <a:path w="1665514" h="1665514">
                <a:moveTo>
                  <a:pt x="0" y="0"/>
                </a:moveTo>
                <a:lnTo>
                  <a:pt x="1665515" y="0"/>
                </a:lnTo>
                <a:lnTo>
                  <a:pt x="1665515" y="1665514"/>
                </a:lnTo>
                <a:lnTo>
                  <a:pt x="0" y="16655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3">
            <a:extLst>
              <a:ext uri="{FF2B5EF4-FFF2-40B4-BE49-F238E27FC236}">
                <a16:creationId xmlns:a16="http://schemas.microsoft.com/office/drawing/2014/main" id="{FAA590FB-96EB-807A-077A-8B0F00356800}"/>
              </a:ext>
            </a:extLst>
          </p:cNvPr>
          <p:cNvSpPr/>
          <p:nvPr/>
        </p:nvSpPr>
        <p:spPr>
          <a:xfrm>
            <a:off x="16317685" y="4572009"/>
            <a:ext cx="1665514" cy="1665514"/>
          </a:xfrm>
          <a:custGeom>
            <a:avLst/>
            <a:gdLst/>
            <a:ahLst/>
            <a:cxnLst/>
            <a:rect l="l" t="t" r="r" b="b"/>
            <a:pathLst>
              <a:path w="1665514" h="1665514">
                <a:moveTo>
                  <a:pt x="0" y="0"/>
                </a:moveTo>
                <a:lnTo>
                  <a:pt x="1665515" y="0"/>
                </a:lnTo>
                <a:lnTo>
                  <a:pt x="1665515" y="1665514"/>
                </a:lnTo>
                <a:lnTo>
                  <a:pt x="0" y="1665514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3">
              <a:alphaModFix amt="39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a:blipFill>
          <a:effectLst>
            <a:reflection blurRad="6350" stA="50000" endA="295" endPos="92000" dist="101600" dir="5400000" sy="-100000" algn="bl" rotWithShape="0"/>
          </a:effectLst>
        </p:spPr>
        <p:txBody>
          <a:bodyPr/>
          <a:lstStyle/>
          <a:p>
            <a:endParaRPr lang="en-IN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1E9176E-3131-A44E-3BB3-4E4043C92CA0}"/>
              </a:ext>
            </a:extLst>
          </p:cNvPr>
          <p:cNvGrpSpPr/>
          <p:nvPr/>
        </p:nvGrpSpPr>
        <p:grpSpPr>
          <a:xfrm>
            <a:off x="12009121" y="1790700"/>
            <a:ext cx="6473883" cy="5640659"/>
            <a:chOff x="304801" y="1790700"/>
            <a:chExt cx="6473883" cy="5640659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CD60927B-62C6-6F70-B7DB-BF3D648A14A4}"/>
                </a:ext>
              </a:extLst>
            </p:cNvPr>
            <p:cNvSpPr txBox="1"/>
            <p:nvPr/>
          </p:nvSpPr>
          <p:spPr>
            <a:xfrm>
              <a:off x="381000" y="5453253"/>
              <a:ext cx="5818635" cy="197810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just">
                <a:lnSpc>
                  <a:spcPts val="3919"/>
                </a:lnSpc>
                <a:spcBef>
                  <a:spcPct val="0"/>
                </a:spcBef>
              </a:pPr>
              <a:r>
                <a:rPr lang="en-US" sz="2800">
                  <a:solidFill>
                    <a:srgbClr val="735EA7"/>
                  </a:solidFill>
                  <a:latin typeface="DM Sans" pitchFamily="2" charset="0"/>
                </a:rPr>
                <a:t>Identifying the imbalance in salary categories and understanding its impact on machine learning model performance</a:t>
              </a:r>
              <a:r>
                <a:rPr lang="en-US" sz="2800">
                  <a:latin typeface="DM Sans" pitchFamily="2" charset="0"/>
                </a:rPr>
                <a:t>.</a:t>
              </a:r>
              <a:endParaRPr lang="en-US" sz="2799">
                <a:solidFill>
                  <a:srgbClr val="BFA8EF"/>
                </a:solidFill>
                <a:latin typeface="DM Sans" pitchFamily="2" charset="0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8FF85322-7036-1665-37AA-0A944C11E556}"/>
                </a:ext>
              </a:extLst>
            </p:cNvPr>
            <p:cNvSpPr txBox="1"/>
            <p:nvPr/>
          </p:nvSpPr>
          <p:spPr>
            <a:xfrm>
              <a:off x="304801" y="1790700"/>
              <a:ext cx="6473883" cy="360938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9450"/>
                </a:lnSpc>
              </a:pPr>
              <a:r>
                <a:rPr lang="en-IN" sz="7200" dirty="0">
                  <a:solidFill>
                    <a:schemeClr val="bg1"/>
                  </a:solidFill>
                  <a:latin typeface="DM Sans Bold" charset="0"/>
                  <a:ea typeface="DM Sans"/>
                  <a:cs typeface="DM Sans"/>
                  <a:sym typeface="DM Sans"/>
                </a:rPr>
                <a:t>MODEL </a:t>
              </a:r>
            </a:p>
            <a:p>
              <a:pPr>
                <a:lnSpc>
                  <a:spcPts val="9450"/>
                </a:lnSpc>
              </a:pPr>
              <a:r>
                <a:rPr lang="en-IN" sz="7200" dirty="0">
                  <a:solidFill>
                    <a:schemeClr val="bg1"/>
                  </a:solidFill>
                  <a:latin typeface="DM Sans" pitchFamily="2" charset="0"/>
                </a:rPr>
                <a:t>Performance Comparison</a:t>
              </a:r>
              <a:endParaRPr lang="en-IN" sz="7200" dirty="0">
                <a:solidFill>
                  <a:schemeClr val="bg1"/>
                </a:solidFill>
                <a:latin typeface="DM Sans" pitchFamily="2" charset="0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2" name="Freeform 2">
            <a:extLst>
              <a:ext uri="{FF2B5EF4-FFF2-40B4-BE49-F238E27FC236}">
                <a16:creationId xmlns:a16="http://schemas.microsoft.com/office/drawing/2014/main" id="{13A20B21-D123-D767-C400-12EAE766ED35}"/>
              </a:ext>
            </a:extLst>
          </p:cNvPr>
          <p:cNvSpPr/>
          <p:nvPr/>
        </p:nvSpPr>
        <p:spPr>
          <a:xfrm rot="5400000">
            <a:off x="10292849" y="476382"/>
            <a:ext cx="1665514" cy="1665514"/>
          </a:xfrm>
          <a:custGeom>
            <a:avLst/>
            <a:gdLst/>
            <a:ahLst/>
            <a:cxnLst/>
            <a:rect l="l" t="t" r="r" b="b"/>
            <a:pathLst>
              <a:path w="1665514" h="1665514">
                <a:moveTo>
                  <a:pt x="0" y="0"/>
                </a:moveTo>
                <a:lnTo>
                  <a:pt x="1665515" y="0"/>
                </a:lnTo>
                <a:lnTo>
                  <a:pt x="1665515" y="1665514"/>
                </a:lnTo>
                <a:lnTo>
                  <a:pt x="0" y="16655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AutoShape 10">
            <a:extLst>
              <a:ext uri="{FF2B5EF4-FFF2-40B4-BE49-F238E27FC236}">
                <a16:creationId xmlns:a16="http://schemas.microsoft.com/office/drawing/2014/main" id="{A58BF9C7-3302-9189-E415-15DF1742EA75}"/>
              </a:ext>
            </a:extLst>
          </p:cNvPr>
          <p:cNvSpPr/>
          <p:nvPr/>
        </p:nvSpPr>
        <p:spPr>
          <a:xfrm flipH="1">
            <a:off x="11125606" y="-844695"/>
            <a:ext cx="0" cy="11976390"/>
          </a:xfrm>
          <a:prstGeom prst="line">
            <a:avLst/>
          </a:prstGeom>
          <a:ln w="38100" cap="flat">
            <a:solidFill>
              <a:srgbClr val="9B6A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Freeform 2">
            <a:extLst>
              <a:ext uri="{FF2B5EF4-FFF2-40B4-BE49-F238E27FC236}">
                <a16:creationId xmlns:a16="http://schemas.microsoft.com/office/drawing/2014/main" id="{7B6FC988-2AF5-0D9E-9152-1E7F8DA35E3F}"/>
              </a:ext>
            </a:extLst>
          </p:cNvPr>
          <p:cNvSpPr/>
          <p:nvPr/>
        </p:nvSpPr>
        <p:spPr>
          <a:xfrm rot="5400000">
            <a:off x="10312517" y="3711189"/>
            <a:ext cx="1665514" cy="1665514"/>
          </a:xfrm>
          <a:custGeom>
            <a:avLst/>
            <a:gdLst/>
            <a:ahLst/>
            <a:cxnLst/>
            <a:rect l="l" t="t" r="r" b="b"/>
            <a:pathLst>
              <a:path w="1665514" h="1665514">
                <a:moveTo>
                  <a:pt x="0" y="0"/>
                </a:moveTo>
                <a:lnTo>
                  <a:pt x="1665515" y="0"/>
                </a:lnTo>
                <a:lnTo>
                  <a:pt x="1665515" y="1665514"/>
                </a:lnTo>
                <a:lnTo>
                  <a:pt x="0" y="16655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2">
            <a:extLst>
              <a:ext uri="{FF2B5EF4-FFF2-40B4-BE49-F238E27FC236}">
                <a16:creationId xmlns:a16="http://schemas.microsoft.com/office/drawing/2014/main" id="{DAE49230-2476-093C-A35E-5D9585522B61}"/>
              </a:ext>
            </a:extLst>
          </p:cNvPr>
          <p:cNvSpPr/>
          <p:nvPr/>
        </p:nvSpPr>
        <p:spPr>
          <a:xfrm rot="5400000">
            <a:off x="10352250" y="7479352"/>
            <a:ext cx="1665514" cy="1665514"/>
          </a:xfrm>
          <a:custGeom>
            <a:avLst/>
            <a:gdLst/>
            <a:ahLst/>
            <a:cxnLst/>
            <a:rect l="l" t="t" r="r" b="b"/>
            <a:pathLst>
              <a:path w="1665514" h="1665514">
                <a:moveTo>
                  <a:pt x="0" y="0"/>
                </a:moveTo>
                <a:lnTo>
                  <a:pt x="1665515" y="0"/>
                </a:lnTo>
                <a:lnTo>
                  <a:pt x="1665515" y="1665514"/>
                </a:lnTo>
                <a:lnTo>
                  <a:pt x="0" y="16655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3">
            <a:extLst>
              <a:ext uri="{FF2B5EF4-FFF2-40B4-BE49-F238E27FC236}">
                <a16:creationId xmlns:a16="http://schemas.microsoft.com/office/drawing/2014/main" id="{3C876444-19EC-9088-6199-0B9D2A672918}"/>
              </a:ext>
            </a:extLst>
          </p:cNvPr>
          <p:cNvSpPr/>
          <p:nvPr/>
        </p:nvSpPr>
        <p:spPr>
          <a:xfrm>
            <a:off x="16376267" y="8621486"/>
            <a:ext cx="1665514" cy="1665514"/>
          </a:xfrm>
          <a:custGeom>
            <a:avLst/>
            <a:gdLst/>
            <a:ahLst/>
            <a:cxnLst/>
            <a:rect l="l" t="t" r="r" b="b"/>
            <a:pathLst>
              <a:path w="1665514" h="1665514">
                <a:moveTo>
                  <a:pt x="0" y="0"/>
                </a:moveTo>
                <a:lnTo>
                  <a:pt x="1665515" y="0"/>
                </a:lnTo>
                <a:lnTo>
                  <a:pt x="1665515" y="1665514"/>
                </a:lnTo>
                <a:lnTo>
                  <a:pt x="0" y="1665514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3">
              <a:alphaModFix amt="39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a:blipFill>
        </p:spPr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C834F124-B0AB-227B-E317-2FEB8BF4E7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1533781"/>
              </p:ext>
            </p:extLst>
          </p:nvPr>
        </p:nvGraphicFramePr>
        <p:xfrm>
          <a:off x="201977" y="680078"/>
          <a:ext cx="9227772" cy="5563544"/>
        </p:xfrm>
        <a:graphic>
          <a:graphicData uri="http://schemas.openxmlformats.org/drawingml/2006/table">
            <a:tbl>
              <a:tblPr>
                <a:effectLst>
                  <a:innerShdw blurRad="63500" dist="50800" dir="5400000">
                    <a:prstClr val="black">
                      <a:alpha val="50000"/>
                    </a:prstClr>
                  </a:innerShdw>
                  <a:reflection blurRad="6350" stA="50000" endA="300" endPos="55500" dist="101600" dir="5400000" sy="-100000" algn="bl" rotWithShape="0"/>
                </a:effectLst>
              </a:tblPr>
              <a:tblGrid>
                <a:gridCol w="2521965">
                  <a:extLst>
                    <a:ext uri="{9D8B030D-6E8A-4147-A177-3AD203B41FA5}">
                      <a16:colId xmlns:a16="http://schemas.microsoft.com/office/drawing/2014/main" val="1038648456"/>
                    </a:ext>
                  </a:extLst>
                </a:gridCol>
                <a:gridCol w="2091921">
                  <a:extLst>
                    <a:ext uri="{9D8B030D-6E8A-4147-A177-3AD203B41FA5}">
                      <a16:colId xmlns:a16="http://schemas.microsoft.com/office/drawing/2014/main" val="164980567"/>
                    </a:ext>
                  </a:extLst>
                </a:gridCol>
                <a:gridCol w="2306943">
                  <a:extLst>
                    <a:ext uri="{9D8B030D-6E8A-4147-A177-3AD203B41FA5}">
                      <a16:colId xmlns:a16="http://schemas.microsoft.com/office/drawing/2014/main" val="1323063878"/>
                    </a:ext>
                  </a:extLst>
                </a:gridCol>
                <a:gridCol w="2306943">
                  <a:extLst>
                    <a:ext uri="{9D8B030D-6E8A-4147-A177-3AD203B41FA5}">
                      <a16:colId xmlns:a16="http://schemas.microsoft.com/office/drawing/2014/main" val="3933728321"/>
                    </a:ext>
                  </a:extLst>
                </a:gridCol>
              </a:tblGrid>
              <a:tr h="139088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3200" b="1" dirty="0">
                          <a:solidFill>
                            <a:schemeClr val="bg1"/>
                          </a:solidFill>
                          <a:latin typeface="DM Sans" pitchFamily="2" charset="0"/>
                        </a:rPr>
                        <a:t>Model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artDeco"/>
                      <a:lightRig rig="flood" dir="t"/>
                    </a:cell3D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3200" b="1" dirty="0">
                          <a:solidFill>
                            <a:schemeClr val="bg1"/>
                          </a:solidFill>
                          <a:latin typeface="DM Sans" pitchFamily="2" charset="0"/>
                        </a:rPr>
                        <a:t>Accuracy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artDeco"/>
                      <a:lightRig rig="flood" dir="t"/>
                    </a:cell3D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3200" b="1" dirty="0">
                          <a:solidFill>
                            <a:schemeClr val="bg1"/>
                          </a:solidFill>
                          <a:latin typeface="DM Sans" pitchFamily="2" charset="0"/>
                        </a:rPr>
                        <a:t>Recall (&gt;50K)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artDeco"/>
                      <a:lightRig rig="flood" dir="t"/>
                    </a:cell3D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3200" b="1" dirty="0">
                          <a:solidFill>
                            <a:schemeClr val="bg1"/>
                          </a:solidFill>
                          <a:latin typeface="DM Sans" pitchFamily="2" charset="0"/>
                        </a:rPr>
                        <a:t>F1-Score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artDeco"/>
                      <a:lightRig rig="flood" dir="t"/>
                    </a:cell3D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217063"/>
                  </a:ext>
                </a:extLst>
              </a:tr>
              <a:tr h="139088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3200" b="1" dirty="0">
                          <a:solidFill>
                            <a:schemeClr val="bg1"/>
                          </a:solidFill>
                          <a:latin typeface="DM Sans" pitchFamily="2" charset="0"/>
                        </a:rPr>
                        <a:t>Logistic Regression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artDeco"/>
                      <a:lightRig rig="flood" dir="t"/>
                    </a:cell3D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3200">
                          <a:solidFill>
                            <a:schemeClr val="bg1"/>
                          </a:solidFill>
                          <a:latin typeface="DM Sans" pitchFamily="2" charset="0"/>
                        </a:rPr>
                        <a:t>74.26%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artDeco"/>
                      <a:lightRig rig="flood" dir="t"/>
                    </a:cell3D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3200">
                          <a:solidFill>
                            <a:schemeClr val="bg1"/>
                          </a:solidFill>
                          <a:latin typeface="DM Sans" pitchFamily="2" charset="0"/>
                        </a:rPr>
                        <a:t>75%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artDeco"/>
                      <a:lightRig rig="flood" dir="t"/>
                    </a:cell3D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3200">
                          <a:solidFill>
                            <a:schemeClr val="bg1"/>
                          </a:solidFill>
                          <a:latin typeface="DM Sans" pitchFamily="2" charset="0"/>
                        </a:rPr>
                        <a:t>0.74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artDeco"/>
                      <a:lightRig rig="flood" dir="t"/>
                    </a:cell3D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4324397"/>
                  </a:ext>
                </a:extLst>
              </a:tr>
              <a:tr h="139088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3200" b="1" dirty="0">
                          <a:solidFill>
                            <a:schemeClr val="bg1"/>
                          </a:solidFill>
                          <a:latin typeface="DM Sans" pitchFamily="2" charset="0"/>
                        </a:rPr>
                        <a:t>Random Forest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artDeco"/>
                      <a:lightRig rig="flood" dir="t"/>
                    </a:cell3D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3200" dirty="0">
                          <a:solidFill>
                            <a:schemeClr val="bg1"/>
                          </a:solidFill>
                          <a:latin typeface="DM Sans" pitchFamily="2" charset="0"/>
                        </a:rPr>
                        <a:t>79.21%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artDeco"/>
                      <a:lightRig rig="flood" dir="t"/>
                    </a:cell3D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3200">
                          <a:solidFill>
                            <a:schemeClr val="bg1"/>
                          </a:solidFill>
                          <a:latin typeface="DM Sans" pitchFamily="2" charset="0"/>
                        </a:rPr>
                        <a:t>84%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artDeco"/>
                      <a:lightRig rig="flood" dir="t"/>
                    </a:cell3D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3200">
                          <a:solidFill>
                            <a:schemeClr val="bg1"/>
                          </a:solidFill>
                          <a:latin typeface="DM Sans" pitchFamily="2" charset="0"/>
                        </a:rPr>
                        <a:t>0.80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artDeco"/>
                      <a:lightRig rig="flood" dir="t"/>
                    </a:cell3D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8863202"/>
                  </a:ext>
                </a:extLst>
              </a:tr>
              <a:tr h="139088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3200" b="1" dirty="0">
                          <a:solidFill>
                            <a:schemeClr val="bg1"/>
                          </a:solidFill>
                          <a:latin typeface="DM Sans" pitchFamily="2" charset="0"/>
                        </a:rPr>
                        <a:t>Gradient Boosting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artDeco"/>
                      <a:lightRig rig="flood" dir="t"/>
                    </a:cell3D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3200">
                          <a:solidFill>
                            <a:schemeClr val="bg1"/>
                          </a:solidFill>
                          <a:latin typeface="DM Sans" pitchFamily="2" charset="0"/>
                        </a:rPr>
                        <a:t>81.49%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artDeco"/>
                      <a:lightRig rig="flood" dir="t"/>
                    </a:cell3D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3200">
                          <a:solidFill>
                            <a:schemeClr val="bg1"/>
                          </a:solidFill>
                          <a:latin typeface="DM Sans" pitchFamily="2" charset="0"/>
                        </a:rPr>
                        <a:t>85%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artDeco"/>
                      <a:lightRig rig="flood" dir="t"/>
                    </a:cell3D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3200" dirty="0">
                          <a:solidFill>
                            <a:schemeClr val="bg1"/>
                          </a:solidFill>
                          <a:latin typeface="DM Sans" pitchFamily="2" charset="0"/>
                        </a:rPr>
                        <a:t>0.82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artDeco"/>
                      <a:lightRig rig="flood" dir="t"/>
                    </a:cell3D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3400501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00532B5E-B9B8-CCF6-8C26-5C3711EEA257}"/>
              </a:ext>
            </a:extLst>
          </p:cNvPr>
          <p:cNvGrpSpPr/>
          <p:nvPr/>
        </p:nvGrpSpPr>
        <p:grpSpPr>
          <a:xfrm>
            <a:off x="-69495" y="6715122"/>
            <a:ext cx="9904078" cy="2600325"/>
            <a:chOff x="8160105" y="6715122"/>
            <a:chExt cx="9904078" cy="2600325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C0626CE-2523-943C-1135-00DC6CCE0046}"/>
                </a:ext>
              </a:extLst>
            </p:cNvPr>
            <p:cNvSpPr/>
            <p:nvPr/>
          </p:nvSpPr>
          <p:spPr>
            <a:xfrm>
              <a:off x="8207765" y="6715122"/>
              <a:ext cx="9856418" cy="2600325"/>
            </a:xfrm>
            <a:prstGeom prst="rect">
              <a:avLst/>
            </a:prstGeom>
            <a:effectLst>
              <a:glow rad="228600">
                <a:schemeClr val="accent4">
                  <a:satMod val="175000"/>
                  <a:alpha val="40000"/>
                </a:schemeClr>
              </a:glow>
              <a:outerShdw blurRad="40000" dist="23000" dir="5400000" rotWithShape="0">
                <a:srgbClr val="000000">
                  <a:alpha val="35000"/>
                </a:srgbClr>
              </a:outerShdw>
              <a:reflection blurRad="6350" stA="50000" endA="300" endPos="38500" dist="50800" dir="5400000" sy="-100000" algn="bl" rotWithShape="0"/>
            </a:effectLst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C71DD3C-896E-2C21-F22C-81404927571B}"/>
                </a:ext>
              </a:extLst>
            </p:cNvPr>
            <p:cNvSpPr txBox="1"/>
            <p:nvPr/>
          </p:nvSpPr>
          <p:spPr>
            <a:xfrm>
              <a:off x="8160105" y="6800850"/>
              <a:ext cx="9856421" cy="2246769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wrap="square" rtlCol="0">
              <a:spAutoFit/>
            </a:bodyPr>
            <a:lstStyle/>
            <a:p>
              <a:r>
                <a:rPr lang="en-US" sz="2800" b="1" dirty="0">
                  <a:solidFill>
                    <a:schemeClr val="bg1"/>
                  </a:solidFill>
                  <a:latin typeface="DM Sans" pitchFamily="2" charset="0"/>
                </a:rPr>
                <a:t>🔹 Key Observation:</a:t>
              </a:r>
            </a:p>
            <a:p>
              <a:pPr marL="1257300" lvl="2" indent="-342900">
                <a:buFont typeface="Arial" panose="020B0604020202020204" pitchFamily="34" charset="0"/>
                <a:buChar char="•"/>
              </a:pPr>
              <a:r>
                <a:rPr lang="en-US" sz="2800" dirty="0">
                  <a:solidFill>
                    <a:schemeClr val="bg1"/>
                  </a:solidFill>
                  <a:latin typeface="DM Sans" pitchFamily="2" charset="0"/>
                </a:rPr>
                <a:t>Gradient Boosting achieved the highest recall and balanced F1-score.</a:t>
              </a:r>
            </a:p>
            <a:p>
              <a:pPr marL="1257300" lvl="2" indent="-342900">
                <a:buFont typeface="Arial" panose="020B0604020202020204" pitchFamily="34" charset="0"/>
                <a:buChar char="•"/>
              </a:pPr>
              <a:r>
                <a:rPr lang="en-US" sz="2800" dirty="0">
                  <a:solidFill>
                    <a:schemeClr val="bg1"/>
                  </a:solidFill>
                  <a:latin typeface="DM Sans" pitchFamily="2" charset="0"/>
                </a:rPr>
                <a:t>Performance improved significantly after applying SMOTE.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152018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50000">
              <a:srgbClr val="5234A9">
                <a:alpha val="100000"/>
              </a:srgbClr>
            </a:gs>
            <a:gs pos="100000">
              <a:srgbClr val="400AD4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F7E0AC-733D-DA4B-8B0B-3D49A1130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3">
            <a:extLst>
              <a:ext uri="{FF2B5EF4-FFF2-40B4-BE49-F238E27FC236}">
                <a16:creationId xmlns:a16="http://schemas.microsoft.com/office/drawing/2014/main" id="{10E578E0-5686-3190-9C8D-8CF413609F61}"/>
              </a:ext>
            </a:extLst>
          </p:cNvPr>
          <p:cNvSpPr/>
          <p:nvPr/>
        </p:nvSpPr>
        <p:spPr>
          <a:xfrm>
            <a:off x="9212228" y="1078434"/>
            <a:ext cx="1665514" cy="1665514"/>
          </a:xfrm>
          <a:custGeom>
            <a:avLst/>
            <a:gdLst/>
            <a:ahLst/>
            <a:cxnLst/>
            <a:rect l="l" t="t" r="r" b="b"/>
            <a:pathLst>
              <a:path w="1665514" h="1665514">
                <a:moveTo>
                  <a:pt x="0" y="0"/>
                </a:moveTo>
                <a:lnTo>
                  <a:pt x="1665515" y="0"/>
                </a:lnTo>
                <a:lnTo>
                  <a:pt x="1665515" y="1665514"/>
                </a:lnTo>
                <a:lnTo>
                  <a:pt x="0" y="1665514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3">
              <a:alphaModFix amt="39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a:blipFill>
          <a:effectLst>
            <a:reflection blurRad="6350" stA="50000" endA="295" endPos="92000" dist="101600" dir="5400000" sy="-100000" algn="bl" rotWithShape="0"/>
          </a:effectLst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6BB95D52-421B-84DF-D484-7BFE8A13FD02}"/>
              </a:ext>
            </a:extLst>
          </p:cNvPr>
          <p:cNvSpPr/>
          <p:nvPr/>
        </p:nvSpPr>
        <p:spPr>
          <a:xfrm>
            <a:off x="1237795" y="4572009"/>
            <a:ext cx="1665514" cy="1665514"/>
          </a:xfrm>
          <a:custGeom>
            <a:avLst/>
            <a:gdLst/>
            <a:ahLst/>
            <a:cxnLst/>
            <a:rect l="l" t="t" r="r" b="b"/>
            <a:pathLst>
              <a:path w="1665514" h="1665514">
                <a:moveTo>
                  <a:pt x="0" y="0"/>
                </a:moveTo>
                <a:lnTo>
                  <a:pt x="1665515" y="0"/>
                </a:lnTo>
                <a:lnTo>
                  <a:pt x="1665515" y="1665514"/>
                </a:lnTo>
                <a:lnTo>
                  <a:pt x="0" y="16655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" name="Freeform 2">
            <a:extLst>
              <a:ext uri="{FF2B5EF4-FFF2-40B4-BE49-F238E27FC236}">
                <a16:creationId xmlns:a16="http://schemas.microsoft.com/office/drawing/2014/main" id="{5CB0A234-727D-3E53-1F41-E936E31E5096}"/>
              </a:ext>
            </a:extLst>
          </p:cNvPr>
          <p:cNvSpPr/>
          <p:nvPr/>
        </p:nvSpPr>
        <p:spPr>
          <a:xfrm rot="5400000">
            <a:off x="6482849" y="476382"/>
            <a:ext cx="1665514" cy="1665514"/>
          </a:xfrm>
          <a:custGeom>
            <a:avLst/>
            <a:gdLst/>
            <a:ahLst/>
            <a:cxnLst/>
            <a:rect l="l" t="t" r="r" b="b"/>
            <a:pathLst>
              <a:path w="1665514" h="1665514">
                <a:moveTo>
                  <a:pt x="0" y="0"/>
                </a:moveTo>
                <a:lnTo>
                  <a:pt x="1665515" y="0"/>
                </a:lnTo>
                <a:lnTo>
                  <a:pt x="1665515" y="1665514"/>
                </a:lnTo>
                <a:lnTo>
                  <a:pt x="0" y="16655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8F5B0A2F-EE8F-351B-AEC4-4742D518D77F}"/>
              </a:ext>
            </a:extLst>
          </p:cNvPr>
          <p:cNvSpPr txBox="1"/>
          <p:nvPr/>
        </p:nvSpPr>
        <p:spPr>
          <a:xfrm>
            <a:off x="381000" y="5453253"/>
            <a:ext cx="5818635" cy="1978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919"/>
              </a:lnSpc>
              <a:spcBef>
                <a:spcPct val="0"/>
              </a:spcBef>
            </a:pPr>
            <a:r>
              <a:rPr lang="en-US" sz="2800">
                <a:solidFill>
                  <a:srgbClr val="735EA7"/>
                </a:solidFill>
                <a:latin typeface="DM Sans" pitchFamily="2" charset="0"/>
              </a:rPr>
              <a:t>Identifying the imbalance in salary categories and understanding its impact on machine learning model performance</a:t>
            </a:r>
            <a:r>
              <a:rPr lang="en-US" sz="2800">
                <a:latin typeface="DM Sans" pitchFamily="2" charset="0"/>
              </a:rPr>
              <a:t>.</a:t>
            </a:r>
            <a:endParaRPr lang="en-US" sz="2799">
              <a:solidFill>
                <a:srgbClr val="BFA8EF"/>
              </a:solidFill>
              <a:latin typeface="DM Sans" pitchFamily="2" charset="0"/>
              <a:ea typeface="DM Sans"/>
              <a:cs typeface="DM Sans"/>
              <a:sym typeface="DM Sans"/>
            </a:endParaRPr>
          </a:p>
        </p:txBody>
      </p:sp>
      <p:sp>
        <p:nvSpPr>
          <p:cNvPr id="10" name="AutoShape 10">
            <a:extLst>
              <a:ext uri="{FF2B5EF4-FFF2-40B4-BE49-F238E27FC236}">
                <a16:creationId xmlns:a16="http://schemas.microsoft.com/office/drawing/2014/main" id="{D8C3D2EC-3CD8-DA08-C9B2-B1B65351737B}"/>
              </a:ext>
            </a:extLst>
          </p:cNvPr>
          <p:cNvSpPr/>
          <p:nvPr/>
        </p:nvSpPr>
        <p:spPr>
          <a:xfrm flipH="1">
            <a:off x="7315606" y="-844695"/>
            <a:ext cx="0" cy="11976390"/>
          </a:xfrm>
          <a:prstGeom prst="line">
            <a:avLst/>
          </a:prstGeom>
          <a:ln w="38100" cap="flat">
            <a:solidFill>
              <a:srgbClr val="9B6A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Freeform 3">
            <a:extLst>
              <a:ext uri="{FF2B5EF4-FFF2-40B4-BE49-F238E27FC236}">
                <a16:creationId xmlns:a16="http://schemas.microsoft.com/office/drawing/2014/main" id="{C132515B-056B-E478-0D9F-AF9ED13128D3}"/>
              </a:ext>
            </a:extLst>
          </p:cNvPr>
          <p:cNvSpPr/>
          <p:nvPr/>
        </p:nvSpPr>
        <p:spPr>
          <a:xfrm>
            <a:off x="16317685" y="4572009"/>
            <a:ext cx="1665514" cy="1665514"/>
          </a:xfrm>
          <a:custGeom>
            <a:avLst/>
            <a:gdLst/>
            <a:ahLst/>
            <a:cxnLst/>
            <a:rect l="l" t="t" r="r" b="b"/>
            <a:pathLst>
              <a:path w="1665514" h="1665514">
                <a:moveTo>
                  <a:pt x="0" y="0"/>
                </a:moveTo>
                <a:lnTo>
                  <a:pt x="1665515" y="0"/>
                </a:lnTo>
                <a:lnTo>
                  <a:pt x="1665515" y="1665514"/>
                </a:lnTo>
                <a:lnTo>
                  <a:pt x="0" y="1665514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3">
              <a:alphaModFix amt="39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a:blipFill>
          <a:effectLst>
            <a:reflection blurRad="6350" stA="50000" endA="295" endPos="92000" dist="101600" dir="5400000" sy="-100000" algn="bl" rotWithShape="0"/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4" name="Freeform 2">
            <a:extLst>
              <a:ext uri="{FF2B5EF4-FFF2-40B4-BE49-F238E27FC236}">
                <a16:creationId xmlns:a16="http://schemas.microsoft.com/office/drawing/2014/main" id="{D48F7BF0-B243-E39B-314C-24D7C66B899C}"/>
              </a:ext>
            </a:extLst>
          </p:cNvPr>
          <p:cNvSpPr/>
          <p:nvPr/>
        </p:nvSpPr>
        <p:spPr>
          <a:xfrm rot="5400000">
            <a:off x="6502517" y="3711189"/>
            <a:ext cx="1665514" cy="1665514"/>
          </a:xfrm>
          <a:custGeom>
            <a:avLst/>
            <a:gdLst/>
            <a:ahLst/>
            <a:cxnLst/>
            <a:rect l="l" t="t" r="r" b="b"/>
            <a:pathLst>
              <a:path w="1665514" h="1665514">
                <a:moveTo>
                  <a:pt x="0" y="0"/>
                </a:moveTo>
                <a:lnTo>
                  <a:pt x="1665515" y="0"/>
                </a:lnTo>
                <a:lnTo>
                  <a:pt x="1665515" y="1665514"/>
                </a:lnTo>
                <a:lnTo>
                  <a:pt x="0" y="16655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06FEF746-382D-8FC2-4924-FA7F4B15A87B}"/>
              </a:ext>
            </a:extLst>
          </p:cNvPr>
          <p:cNvSpPr txBox="1"/>
          <p:nvPr/>
        </p:nvSpPr>
        <p:spPr>
          <a:xfrm>
            <a:off x="304801" y="1790700"/>
            <a:ext cx="6473883" cy="23957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450"/>
              </a:lnSpc>
            </a:pPr>
            <a:r>
              <a:rPr lang="en-IN" sz="7200" dirty="0">
                <a:solidFill>
                  <a:schemeClr val="bg1"/>
                </a:solidFill>
                <a:latin typeface="DM Sans Bold" charset="0"/>
                <a:ea typeface="DM Sans"/>
                <a:cs typeface="DM Sans"/>
                <a:sym typeface="DM Sans"/>
              </a:rPr>
              <a:t>MODEL </a:t>
            </a:r>
          </a:p>
          <a:p>
            <a:pPr>
              <a:lnSpc>
                <a:spcPts val="9450"/>
              </a:lnSpc>
            </a:pPr>
            <a:r>
              <a:rPr lang="en-IN" sz="7200" dirty="0">
                <a:solidFill>
                  <a:schemeClr val="bg1"/>
                </a:solidFill>
                <a:latin typeface="DM Sans" pitchFamily="2" charset="0"/>
                <a:ea typeface="DM Sans"/>
                <a:cs typeface="DM Sans"/>
                <a:sym typeface="DM Sans"/>
              </a:rPr>
              <a:t>Selection</a:t>
            </a:r>
          </a:p>
        </p:txBody>
      </p:sp>
      <p:sp>
        <p:nvSpPr>
          <p:cNvPr id="16" name="Freeform 2">
            <a:extLst>
              <a:ext uri="{FF2B5EF4-FFF2-40B4-BE49-F238E27FC236}">
                <a16:creationId xmlns:a16="http://schemas.microsoft.com/office/drawing/2014/main" id="{1BCD6F62-680A-0F82-90E4-4F482D450D92}"/>
              </a:ext>
            </a:extLst>
          </p:cNvPr>
          <p:cNvSpPr/>
          <p:nvPr/>
        </p:nvSpPr>
        <p:spPr>
          <a:xfrm rot="5400000">
            <a:off x="6542250" y="7479352"/>
            <a:ext cx="1665514" cy="1665514"/>
          </a:xfrm>
          <a:custGeom>
            <a:avLst/>
            <a:gdLst/>
            <a:ahLst/>
            <a:cxnLst/>
            <a:rect l="l" t="t" r="r" b="b"/>
            <a:pathLst>
              <a:path w="1665514" h="1665514">
                <a:moveTo>
                  <a:pt x="0" y="0"/>
                </a:moveTo>
                <a:lnTo>
                  <a:pt x="1665515" y="0"/>
                </a:lnTo>
                <a:lnTo>
                  <a:pt x="1665515" y="1665514"/>
                </a:lnTo>
                <a:lnTo>
                  <a:pt x="0" y="16655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3">
            <a:extLst>
              <a:ext uri="{FF2B5EF4-FFF2-40B4-BE49-F238E27FC236}">
                <a16:creationId xmlns:a16="http://schemas.microsoft.com/office/drawing/2014/main" id="{EC60BC0E-E55A-4ED8-27D0-2C7FDB8072C5}"/>
              </a:ext>
            </a:extLst>
          </p:cNvPr>
          <p:cNvSpPr/>
          <p:nvPr/>
        </p:nvSpPr>
        <p:spPr>
          <a:xfrm>
            <a:off x="9144000" y="7479352"/>
            <a:ext cx="1665514" cy="1665514"/>
          </a:xfrm>
          <a:custGeom>
            <a:avLst/>
            <a:gdLst/>
            <a:ahLst/>
            <a:cxnLst/>
            <a:rect l="l" t="t" r="r" b="b"/>
            <a:pathLst>
              <a:path w="1665514" h="1665514">
                <a:moveTo>
                  <a:pt x="0" y="0"/>
                </a:moveTo>
                <a:lnTo>
                  <a:pt x="1665515" y="0"/>
                </a:lnTo>
                <a:lnTo>
                  <a:pt x="1665515" y="1665514"/>
                </a:lnTo>
                <a:lnTo>
                  <a:pt x="0" y="1665514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3">
              <a:alphaModFix amt="39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a:blipFill>
        </p:spPr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032CA5-6455-D952-ED0F-29476D644937}"/>
              </a:ext>
            </a:extLst>
          </p:cNvPr>
          <p:cNvSpPr txBox="1"/>
          <p:nvPr/>
        </p:nvSpPr>
        <p:spPr>
          <a:xfrm>
            <a:off x="8572500" y="1078434"/>
            <a:ext cx="8958262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DM Sans" pitchFamily="2" charset="0"/>
              </a:rPr>
              <a:t>Selected Model: Gradient Boosting Classifier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  <a:latin typeface="DM Sans" pitchFamily="2" charset="0"/>
              </a:rPr>
              <a:t>Highest Accuracy: </a:t>
            </a:r>
            <a:r>
              <a:rPr lang="en-US" sz="4000" b="1" dirty="0">
                <a:solidFill>
                  <a:schemeClr val="bg1"/>
                </a:solidFill>
                <a:latin typeface="DM Sans" pitchFamily="2" charset="0"/>
              </a:rPr>
              <a:t>81.49%</a:t>
            </a:r>
            <a:endParaRPr lang="en-US" sz="4000" dirty="0">
              <a:solidFill>
                <a:schemeClr val="bg1"/>
              </a:solidFill>
              <a:latin typeface="DM Sans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  <a:latin typeface="DM Sans" pitchFamily="2" charset="0"/>
              </a:rPr>
              <a:t>Highest Recall (&gt;50K): </a:t>
            </a:r>
            <a:r>
              <a:rPr lang="en-US" sz="4000" b="1" dirty="0">
                <a:solidFill>
                  <a:schemeClr val="bg1"/>
                </a:solidFill>
                <a:latin typeface="DM Sans" pitchFamily="2" charset="0"/>
              </a:rPr>
              <a:t>85%</a:t>
            </a:r>
            <a:endParaRPr lang="en-US" sz="4000" dirty="0">
              <a:solidFill>
                <a:schemeClr val="bg1"/>
              </a:solidFill>
              <a:latin typeface="DM Sans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  <a:latin typeface="DM Sans" pitchFamily="2" charset="0"/>
              </a:rPr>
              <a:t>Balanced F1-Score: </a:t>
            </a:r>
            <a:r>
              <a:rPr lang="en-US" sz="4000" b="1" dirty="0">
                <a:solidFill>
                  <a:schemeClr val="bg1"/>
                </a:solidFill>
                <a:latin typeface="DM Sans" pitchFamily="2" charset="0"/>
              </a:rPr>
              <a:t>0.82</a:t>
            </a:r>
            <a:endParaRPr lang="en-US" sz="4000" dirty="0">
              <a:solidFill>
                <a:schemeClr val="bg1"/>
              </a:solidFill>
              <a:latin typeface="DM Sans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  <a:latin typeface="DM Sans" pitchFamily="2" charset="0"/>
              </a:rPr>
              <a:t>Improved minority class detection after SMOTE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  <a:latin typeface="DM Sans" pitchFamily="2" charset="0"/>
              </a:rPr>
              <a:t>Reduced bias toward majority class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5F53707-EB31-37A2-CEFB-3C8669CC11C1}"/>
              </a:ext>
            </a:extLst>
          </p:cNvPr>
          <p:cNvGrpSpPr/>
          <p:nvPr/>
        </p:nvGrpSpPr>
        <p:grpSpPr>
          <a:xfrm>
            <a:off x="8572500" y="7000875"/>
            <a:ext cx="8958259" cy="1871663"/>
            <a:chOff x="8572500" y="7000875"/>
            <a:chExt cx="8958259" cy="187166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0933A3E-46FE-9C68-FA0E-F368DFBC50BE}"/>
                </a:ext>
              </a:extLst>
            </p:cNvPr>
            <p:cNvSpPr/>
            <p:nvPr/>
          </p:nvSpPr>
          <p:spPr>
            <a:xfrm>
              <a:off x="8572500" y="7000875"/>
              <a:ext cx="8958259" cy="1871663"/>
            </a:xfrm>
            <a:prstGeom prst="rect">
              <a:avLst/>
            </a:prstGeom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1F4A25D-E1FE-9EA4-C57E-E311E2EE729F}"/>
                </a:ext>
              </a:extLst>
            </p:cNvPr>
            <p:cNvSpPr txBox="1"/>
            <p:nvPr/>
          </p:nvSpPr>
          <p:spPr>
            <a:xfrm>
              <a:off x="8572500" y="7000875"/>
              <a:ext cx="8958255" cy="18158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>
                  <a:solidFill>
                    <a:schemeClr val="bg1"/>
                  </a:solidFill>
                </a:rPr>
                <a:t>🔹 Reason for Selection:</a:t>
              </a:r>
            </a:p>
            <a:p>
              <a:r>
                <a:rPr lang="en-US" sz="2800" dirty="0">
                  <a:solidFill>
                    <a:schemeClr val="bg1"/>
                  </a:solidFill>
                </a:rPr>
                <a:t>Gradient Boosting provided the best balance between overall performance and fair prediction of both salary classes.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758293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400AD4">
                <a:alpha val="100000"/>
              </a:srgbClr>
            </a:gs>
            <a:gs pos="50000">
              <a:srgbClr val="5234A9">
                <a:alpha val="100000"/>
              </a:srgbClr>
            </a:gs>
            <a:gs pos="100000">
              <a:srgbClr val="1B1B1B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oogle Shape;10296;p75">
            <a:extLst>
              <a:ext uri="{FF2B5EF4-FFF2-40B4-BE49-F238E27FC236}">
                <a16:creationId xmlns:a16="http://schemas.microsoft.com/office/drawing/2014/main" id="{3012FF13-4567-6094-AD1F-FE79AF341A20}"/>
              </a:ext>
            </a:extLst>
          </p:cNvPr>
          <p:cNvGrpSpPr/>
          <p:nvPr/>
        </p:nvGrpSpPr>
        <p:grpSpPr>
          <a:xfrm>
            <a:off x="76200" y="185737"/>
            <a:ext cx="18211800" cy="10134600"/>
            <a:chOff x="3862800" y="3038525"/>
            <a:chExt cx="1329006" cy="510698"/>
          </a:xfrm>
          <a:solidFill>
            <a:schemeClr val="bg1"/>
          </a:solidFill>
        </p:grpSpPr>
        <p:sp>
          <p:nvSpPr>
            <p:cNvPr id="6" name="Google Shape;10297;p75">
              <a:extLst>
                <a:ext uri="{FF2B5EF4-FFF2-40B4-BE49-F238E27FC236}">
                  <a16:creationId xmlns:a16="http://schemas.microsoft.com/office/drawing/2014/main" id="{FC814DDD-F170-FDD1-1E67-01A1F0417631}"/>
                </a:ext>
              </a:extLst>
            </p:cNvPr>
            <p:cNvSpPr/>
            <p:nvPr/>
          </p:nvSpPr>
          <p:spPr>
            <a:xfrm>
              <a:off x="4185913" y="3040337"/>
              <a:ext cx="71107" cy="143789"/>
            </a:xfrm>
            <a:custGeom>
              <a:avLst/>
              <a:gdLst/>
              <a:ahLst/>
              <a:cxnLst/>
              <a:rect l="l" t="t" r="r" b="b"/>
              <a:pathLst>
                <a:path w="14722" h="29770" extrusionOk="0">
                  <a:moveTo>
                    <a:pt x="0" y="1"/>
                  </a:moveTo>
                  <a:cubicBezTo>
                    <a:pt x="0" y="11614"/>
                    <a:pt x="5398" y="22573"/>
                    <a:pt x="14721" y="29770"/>
                  </a:cubicBezTo>
                  <a:cubicBezTo>
                    <a:pt x="5562" y="22573"/>
                    <a:pt x="164" y="11614"/>
                    <a:pt x="164" y="1"/>
                  </a:cubicBezTo>
                  <a:close/>
                </a:path>
              </a:pathLst>
            </a:custGeom>
            <a:grp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0298;p75">
              <a:extLst>
                <a:ext uri="{FF2B5EF4-FFF2-40B4-BE49-F238E27FC236}">
                  <a16:creationId xmlns:a16="http://schemas.microsoft.com/office/drawing/2014/main" id="{1F03ABC9-2EA2-83DB-9875-0542FBC4F7CE}"/>
                </a:ext>
              </a:extLst>
            </p:cNvPr>
            <p:cNvSpPr/>
            <p:nvPr/>
          </p:nvSpPr>
          <p:spPr>
            <a:xfrm>
              <a:off x="3967075" y="3045080"/>
              <a:ext cx="403706" cy="397383"/>
            </a:xfrm>
            <a:custGeom>
              <a:avLst/>
              <a:gdLst/>
              <a:ahLst/>
              <a:cxnLst/>
              <a:rect l="l" t="t" r="r" b="b"/>
              <a:pathLst>
                <a:path w="83583" h="82274" extrusionOk="0">
                  <a:moveTo>
                    <a:pt x="83583" y="82273"/>
                  </a:moveTo>
                  <a:cubicBezTo>
                    <a:pt x="37948" y="82273"/>
                    <a:pt x="655" y="45635"/>
                    <a:pt x="0" y="0"/>
                  </a:cubicBezTo>
                  <a:cubicBezTo>
                    <a:pt x="655" y="45635"/>
                    <a:pt x="37948" y="82273"/>
                    <a:pt x="83583" y="82273"/>
                  </a:cubicBezTo>
                  <a:close/>
                </a:path>
              </a:pathLst>
            </a:custGeom>
            <a:grp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" name="Google Shape;10299;p75">
              <a:extLst>
                <a:ext uri="{FF2B5EF4-FFF2-40B4-BE49-F238E27FC236}">
                  <a16:creationId xmlns:a16="http://schemas.microsoft.com/office/drawing/2014/main" id="{F2E61D22-393F-3FA9-991B-8F80E6C58722}"/>
                </a:ext>
              </a:extLst>
            </p:cNvPr>
            <p:cNvGrpSpPr/>
            <p:nvPr/>
          </p:nvGrpSpPr>
          <p:grpSpPr>
            <a:xfrm>
              <a:off x="3967075" y="3040337"/>
              <a:ext cx="1019927" cy="402126"/>
              <a:chOff x="3967075" y="3040337"/>
              <a:chExt cx="1019927" cy="402126"/>
            </a:xfrm>
            <a:grpFill/>
          </p:grpSpPr>
          <p:sp>
            <p:nvSpPr>
              <p:cNvPr id="18" name="Google Shape;10300;p75">
                <a:extLst>
                  <a:ext uri="{FF2B5EF4-FFF2-40B4-BE49-F238E27FC236}">
                    <a16:creationId xmlns:a16="http://schemas.microsoft.com/office/drawing/2014/main" id="{B4346597-15F2-64AE-37A8-DB256AFB8232}"/>
                  </a:ext>
                </a:extLst>
              </p:cNvPr>
              <p:cNvSpPr/>
              <p:nvPr/>
            </p:nvSpPr>
            <p:spPr>
              <a:xfrm>
                <a:off x="4369197" y="3335999"/>
                <a:ext cx="617805" cy="105869"/>
              </a:xfrm>
              <a:custGeom>
                <a:avLst/>
                <a:gdLst/>
                <a:ahLst/>
                <a:cxnLst/>
                <a:rect l="l" t="t" r="r" b="b"/>
                <a:pathLst>
                  <a:path w="127910" h="21919" fill="none" extrusionOk="0">
                    <a:moveTo>
                      <a:pt x="1" y="21918"/>
                    </a:moveTo>
                    <a:lnTo>
                      <a:pt x="127909" y="21918"/>
                    </a:lnTo>
                    <a:lnTo>
                      <a:pt x="127909" y="1"/>
                    </a:lnTo>
                    <a:lnTo>
                      <a:pt x="164" y="164"/>
                    </a:lnTo>
                  </a:path>
                </a:pathLst>
              </a:custGeom>
              <a:grpFill/>
              <a:ln w="9525" cap="flat" cmpd="sng">
                <a:solidFill>
                  <a:srgbClr val="869FB1"/>
                </a:solidFill>
                <a:prstDash val="solid"/>
                <a:miter lim="1635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10301;p75">
                <a:extLst>
                  <a:ext uri="{FF2B5EF4-FFF2-40B4-BE49-F238E27FC236}">
                    <a16:creationId xmlns:a16="http://schemas.microsoft.com/office/drawing/2014/main" id="{8A54804D-B4C9-8252-0CA2-CEF6C153BCD4}"/>
                  </a:ext>
                </a:extLst>
              </p:cNvPr>
              <p:cNvSpPr/>
              <p:nvPr/>
            </p:nvSpPr>
            <p:spPr>
              <a:xfrm>
                <a:off x="3967075" y="3040337"/>
                <a:ext cx="403706" cy="402126"/>
              </a:xfrm>
              <a:custGeom>
                <a:avLst/>
                <a:gdLst/>
                <a:ahLst/>
                <a:cxnLst/>
                <a:rect l="l" t="t" r="r" b="b"/>
                <a:pathLst>
                  <a:path w="83583" h="83256" fill="none" extrusionOk="0">
                    <a:moveTo>
                      <a:pt x="83419" y="61501"/>
                    </a:moveTo>
                    <a:cubicBezTo>
                      <a:pt x="49397" y="61501"/>
                      <a:pt x="21755" y="34022"/>
                      <a:pt x="21755" y="1"/>
                    </a:cubicBezTo>
                    <a:lnTo>
                      <a:pt x="0" y="1"/>
                    </a:lnTo>
                    <a:lnTo>
                      <a:pt x="0" y="982"/>
                    </a:lnTo>
                    <a:cubicBezTo>
                      <a:pt x="818" y="46617"/>
                      <a:pt x="37948" y="83255"/>
                      <a:pt x="83583" y="83255"/>
                    </a:cubicBezTo>
                  </a:path>
                </a:pathLst>
              </a:custGeom>
              <a:grpFill/>
              <a:ln w="9525" cap="flat" cmpd="sng">
                <a:solidFill>
                  <a:srgbClr val="869FB1"/>
                </a:solidFill>
                <a:prstDash val="solid"/>
                <a:miter lim="1635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" name="Google Shape;10302;p75">
              <a:extLst>
                <a:ext uri="{FF2B5EF4-FFF2-40B4-BE49-F238E27FC236}">
                  <a16:creationId xmlns:a16="http://schemas.microsoft.com/office/drawing/2014/main" id="{0EE38238-572E-0AB8-EC8E-C09C357ED2B6}"/>
                </a:ext>
              </a:extLst>
            </p:cNvPr>
            <p:cNvGrpSpPr/>
            <p:nvPr/>
          </p:nvGrpSpPr>
          <p:grpSpPr>
            <a:xfrm>
              <a:off x="4186700" y="3040337"/>
              <a:ext cx="390475" cy="183289"/>
              <a:chOff x="4186700" y="3040337"/>
              <a:chExt cx="390475" cy="183289"/>
            </a:xfrm>
            <a:grpFill/>
          </p:grpSpPr>
          <p:sp>
            <p:nvSpPr>
              <p:cNvPr id="16" name="Google Shape;10303;p75">
                <a:extLst>
                  <a:ext uri="{FF2B5EF4-FFF2-40B4-BE49-F238E27FC236}">
                    <a16:creationId xmlns:a16="http://schemas.microsoft.com/office/drawing/2014/main" id="{DFAD8631-A6A0-6D1C-15AD-01E95522C1A8}"/>
                  </a:ext>
                </a:extLst>
              </p:cNvPr>
              <p:cNvSpPr/>
              <p:nvPr/>
            </p:nvSpPr>
            <p:spPr>
              <a:xfrm>
                <a:off x="4370181" y="3120129"/>
                <a:ext cx="206994" cy="103497"/>
              </a:xfrm>
              <a:custGeom>
                <a:avLst/>
                <a:gdLst/>
                <a:ahLst/>
                <a:cxnLst/>
                <a:rect l="l" t="t" r="r" b="b"/>
                <a:pathLst>
                  <a:path w="42856" h="21428" fill="none" extrusionOk="0">
                    <a:moveTo>
                      <a:pt x="1" y="21428"/>
                    </a:moveTo>
                    <a:lnTo>
                      <a:pt x="42855" y="21428"/>
                    </a:lnTo>
                    <a:lnTo>
                      <a:pt x="42855" y="1"/>
                    </a:lnTo>
                    <a:lnTo>
                      <a:pt x="1" y="1"/>
                    </a:lnTo>
                  </a:path>
                </a:pathLst>
              </a:custGeom>
              <a:grpFill/>
              <a:ln w="9525" cap="flat" cmpd="sng">
                <a:solidFill>
                  <a:srgbClr val="E3E9ED"/>
                </a:solidFill>
                <a:prstDash val="solid"/>
                <a:miter lim="1635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10304;p75">
                <a:extLst>
                  <a:ext uri="{FF2B5EF4-FFF2-40B4-BE49-F238E27FC236}">
                    <a16:creationId xmlns:a16="http://schemas.microsoft.com/office/drawing/2014/main" id="{5D70D9FD-A216-777A-E144-A83CC3997846}"/>
                  </a:ext>
                </a:extLst>
              </p:cNvPr>
              <p:cNvSpPr/>
              <p:nvPr/>
            </p:nvSpPr>
            <p:spPr>
              <a:xfrm>
                <a:off x="4186700" y="3040337"/>
                <a:ext cx="184081" cy="183289"/>
              </a:xfrm>
              <a:custGeom>
                <a:avLst/>
                <a:gdLst/>
                <a:ahLst/>
                <a:cxnLst/>
                <a:rect l="l" t="t" r="r" b="b"/>
                <a:pathLst>
                  <a:path w="38112" h="37948" fill="none" extrusionOk="0">
                    <a:moveTo>
                      <a:pt x="38112" y="16521"/>
                    </a:moveTo>
                    <a:cubicBezTo>
                      <a:pt x="28789" y="16521"/>
                      <a:pt x="21264" y="9160"/>
                      <a:pt x="21264" y="1"/>
                    </a:cubicBezTo>
                    <a:lnTo>
                      <a:pt x="1" y="1"/>
                    </a:lnTo>
                    <a:cubicBezTo>
                      <a:pt x="1" y="11614"/>
                      <a:pt x="5399" y="22573"/>
                      <a:pt x="14558" y="29770"/>
                    </a:cubicBezTo>
                    <a:cubicBezTo>
                      <a:pt x="21264" y="35004"/>
                      <a:pt x="29606" y="37948"/>
                      <a:pt x="38112" y="37948"/>
                    </a:cubicBezTo>
                    <a:lnTo>
                      <a:pt x="38112" y="37948"/>
                    </a:lnTo>
                  </a:path>
                </a:pathLst>
              </a:custGeom>
              <a:grpFill/>
              <a:ln w="9525" cap="flat" cmpd="sng">
                <a:solidFill>
                  <a:srgbClr val="E3E9ED"/>
                </a:solidFill>
                <a:prstDash val="solid"/>
                <a:miter lim="1635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" name="Google Shape;10305;p75">
              <a:extLst>
                <a:ext uri="{FF2B5EF4-FFF2-40B4-BE49-F238E27FC236}">
                  <a16:creationId xmlns:a16="http://schemas.microsoft.com/office/drawing/2014/main" id="{EFB969FD-77D7-5DBE-9EEB-F25D63EF9BC6}"/>
                </a:ext>
              </a:extLst>
            </p:cNvPr>
            <p:cNvGrpSpPr/>
            <p:nvPr/>
          </p:nvGrpSpPr>
          <p:grpSpPr>
            <a:xfrm>
              <a:off x="4073727" y="3040337"/>
              <a:ext cx="697794" cy="296263"/>
              <a:chOff x="4073727" y="3040337"/>
              <a:chExt cx="697794" cy="296263"/>
            </a:xfrm>
            <a:grpFill/>
          </p:grpSpPr>
          <p:sp>
            <p:nvSpPr>
              <p:cNvPr id="14" name="Google Shape;10306;p75">
                <a:extLst>
                  <a:ext uri="{FF2B5EF4-FFF2-40B4-BE49-F238E27FC236}">
                    <a16:creationId xmlns:a16="http://schemas.microsoft.com/office/drawing/2014/main" id="{847C7C68-33EF-4F8B-98A5-389849D4EBD6}"/>
                  </a:ext>
                </a:extLst>
              </p:cNvPr>
              <p:cNvSpPr/>
              <p:nvPr/>
            </p:nvSpPr>
            <p:spPr>
              <a:xfrm>
                <a:off x="4370181" y="3223621"/>
                <a:ext cx="401339" cy="112979"/>
              </a:xfrm>
              <a:custGeom>
                <a:avLst/>
                <a:gdLst/>
                <a:ahLst/>
                <a:cxnLst/>
                <a:rect l="l" t="t" r="r" b="b"/>
                <a:pathLst>
                  <a:path w="83093" h="23391" fill="none" extrusionOk="0">
                    <a:moveTo>
                      <a:pt x="1" y="23391"/>
                    </a:moveTo>
                    <a:lnTo>
                      <a:pt x="83092" y="23391"/>
                    </a:lnTo>
                    <a:lnTo>
                      <a:pt x="83092" y="1"/>
                    </a:lnTo>
                    <a:lnTo>
                      <a:pt x="1" y="1"/>
                    </a:lnTo>
                  </a:path>
                </a:pathLst>
              </a:custGeom>
              <a:grpFill/>
              <a:ln w="9525" cap="flat" cmpd="sng">
                <a:solidFill>
                  <a:srgbClr val="CFD9E0"/>
                </a:solidFill>
                <a:prstDash val="solid"/>
                <a:miter lim="1635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10307;p75">
                <a:extLst>
                  <a:ext uri="{FF2B5EF4-FFF2-40B4-BE49-F238E27FC236}">
                    <a16:creationId xmlns:a16="http://schemas.microsoft.com/office/drawing/2014/main" id="{D1502B1C-5B3E-84D7-C8AB-B7590ACB3743}"/>
                  </a:ext>
                </a:extLst>
              </p:cNvPr>
              <p:cNvSpPr/>
              <p:nvPr/>
            </p:nvSpPr>
            <p:spPr>
              <a:xfrm>
                <a:off x="4073727" y="3040337"/>
                <a:ext cx="297055" cy="296263"/>
              </a:xfrm>
              <a:custGeom>
                <a:avLst/>
                <a:gdLst/>
                <a:ahLst/>
                <a:cxnLst/>
                <a:rect l="l" t="t" r="r" b="b"/>
                <a:pathLst>
                  <a:path w="61502" h="61338" fill="none" extrusionOk="0">
                    <a:moveTo>
                      <a:pt x="61502" y="37948"/>
                    </a:moveTo>
                    <a:lnTo>
                      <a:pt x="61502" y="37948"/>
                    </a:lnTo>
                    <a:cubicBezTo>
                      <a:pt x="52833" y="37948"/>
                      <a:pt x="44654" y="35004"/>
                      <a:pt x="37948" y="29770"/>
                    </a:cubicBezTo>
                    <a:cubicBezTo>
                      <a:pt x="28789" y="22573"/>
                      <a:pt x="23391" y="11614"/>
                      <a:pt x="23227" y="1"/>
                    </a:cubicBezTo>
                    <a:lnTo>
                      <a:pt x="1" y="1"/>
                    </a:lnTo>
                    <a:cubicBezTo>
                      <a:pt x="1" y="33859"/>
                      <a:pt x="27480" y="61338"/>
                      <a:pt x="61502" y="61338"/>
                    </a:cubicBezTo>
                  </a:path>
                </a:pathLst>
              </a:custGeom>
              <a:grpFill/>
              <a:ln w="9525" cap="flat" cmpd="sng">
                <a:solidFill>
                  <a:srgbClr val="CFD9E0"/>
                </a:solidFill>
                <a:prstDash val="solid"/>
                <a:miter lim="1635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" name="Google Shape;10308;p75">
              <a:extLst>
                <a:ext uri="{FF2B5EF4-FFF2-40B4-BE49-F238E27FC236}">
                  <a16:creationId xmlns:a16="http://schemas.microsoft.com/office/drawing/2014/main" id="{03228D23-73BA-022B-5A23-41F1A70AC7DD}"/>
                </a:ext>
              </a:extLst>
            </p:cNvPr>
            <p:cNvGrpSpPr/>
            <p:nvPr/>
          </p:nvGrpSpPr>
          <p:grpSpPr>
            <a:xfrm>
              <a:off x="3862800" y="3038525"/>
              <a:ext cx="1329006" cy="510698"/>
              <a:chOff x="3862800" y="3038525"/>
              <a:chExt cx="1329006" cy="510698"/>
            </a:xfrm>
            <a:grpFill/>
          </p:grpSpPr>
          <p:sp>
            <p:nvSpPr>
              <p:cNvPr id="12" name="Google Shape;10309;p75">
                <a:extLst>
                  <a:ext uri="{FF2B5EF4-FFF2-40B4-BE49-F238E27FC236}">
                    <a16:creationId xmlns:a16="http://schemas.microsoft.com/office/drawing/2014/main" id="{BAFD9CC3-32FC-0FA5-7935-A52E947C4E28}"/>
                  </a:ext>
                </a:extLst>
              </p:cNvPr>
              <p:cNvSpPr/>
              <p:nvPr/>
            </p:nvSpPr>
            <p:spPr>
              <a:xfrm>
                <a:off x="4370175" y="3441875"/>
                <a:ext cx="821631" cy="107348"/>
              </a:xfrm>
              <a:custGeom>
                <a:avLst/>
                <a:gdLst/>
                <a:ahLst/>
                <a:cxnLst/>
                <a:rect l="l" t="t" r="r" b="b"/>
                <a:pathLst>
                  <a:path w="170110" h="21919" fill="none" extrusionOk="0">
                    <a:moveTo>
                      <a:pt x="1" y="21918"/>
                    </a:moveTo>
                    <a:lnTo>
                      <a:pt x="170110" y="21918"/>
                    </a:lnTo>
                    <a:lnTo>
                      <a:pt x="170110" y="0"/>
                    </a:lnTo>
                    <a:lnTo>
                      <a:pt x="1" y="0"/>
                    </a:lnTo>
                  </a:path>
                </a:pathLst>
              </a:custGeom>
              <a:grpFill/>
              <a:ln w="9525" cap="flat" cmpd="sng">
                <a:solidFill>
                  <a:srgbClr val="445D73"/>
                </a:solidFill>
                <a:prstDash val="solid"/>
                <a:miter lim="1635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10310;p75">
                <a:extLst>
                  <a:ext uri="{FF2B5EF4-FFF2-40B4-BE49-F238E27FC236}">
                    <a16:creationId xmlns:a16="http://schemas.microsoft.com/office/drawing/2014/main" id="{01E57D3A-4E1D-A2BB-A66E-FFB385401D8B}"/>
                  </a:ext>
                </a:extLst>
              </p:cNvPr>
              <p:cNvSpPr/>
              <p:nvPr/>
            </p:nvSpPr>
            <p:spPr>
              <a:xfrm>
                <a:off x="3862800" y="3038525"/>
                <a:ext cx="507990" cy="510620"/>
              </a:xfrm>
              <a:custGeom>
                <a:avLst/>
                <a:gdLst/>
                <a:ahLst/>
                <a:cxnLst/>
                <a:rect l="l" t="t" r="r" b="b"/>
                <a:pathLst>
                  <a:path w="105174" h="105500" fill="none" extrusionOk="0">
                    <a:moveTo>
                      <a:pt x="105174" y="83418"/>
                    </a:moveTo>
                    <a:cubicBezTo>
                      <a:pt x="59539" y="83418"/>
                      <a:pt x="22246" y="46780"/>
                      <a:pt x="21591" y="1145"/>
                    </a:cubicBezTo>
                    <a:lnTo>
                      <a:pt x="21591" y="0"/>
                    </a:lnTo>
                    <a:lnTo>
                      <a:pt x="1" y="0"/>
                    </a:lnTo>
                    <a:cubicBezTo>
                      <a:pt x="1" y="58229"/>
                      <a:pt x="46944" y="105336"/>
                      <a:pt x="105174" y="105500"/>
                    </a:cubicBezTo>
                  </a:path>
                </a:pathLst>
              </a:custGeom>
              <a:grpFill/>
              <a:ln w="9525" cap="flat" cmpd="sng">
                <a:solidFill>
                  <a:srgbClr val="445D73"/>
                </a:solidFill>
                <a:prstDash val="solid"/>
                <a:miter lim="1635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D44D8471-F1A8-16C6-772B-02815A6BE6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666283"/>
              </p:ext>
            </p:extLst>
          </p:nvPr>
        </p:nvGraphicFramePr>
        <p:xfrm>
          <a:off x="0" y="0"/>
          <a:ext cx="12528684" cy="10412916"/>
        </p:xfrm>
        <a:graphic>
          <a:graphicData uri="http://schemas.openxmlformats.org/drawingml/2006/table">
            <a:tbl>
              <a:tblPr/>
              <a:tblGrid>
                <a:gridCol w="4176228">
                  <a:extLst>
                    <a:ext uri="{9D8B030D-6E8A-4147-A177-3AD203B41FA5}">
                      <a16:colId xmlns:a16="http://schemas.microsoft.com/office/drawing/2014/main" val="2522709400"/>
                    </a:ext>
                  </a:extLst>
                </a:gridCol>
                <a:gridCol w="4176228">
                  <a:extLst>
                    <a:ext uri="{9D8B030D-6E8A-4147-A177-3AD203B41FA5}">
                      <a16:colId xmlns:a16="http://schemas.microsoft.com/office/drawing/2014/main" val="1158267021"/>
                    </a:ext>
                  </a:extLst>
                </a:gridCol>
                <a:gridCol w="4176228">
                  <a:extLst>
                    <a:ext uri="{9D8B030D-6E8A-4147-A177-3AD203B41FA5}">
                      <a16:colId xmlns:a16="http://schemas.microsoft.com/office/drawing/2014/main" val="2552332289"/>
                    </a:ext>
                  </a:extLst>
                </a:gridCol>
              </a:tblGrid>
              <a:tr h="51424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>
                          <a:solidFill>
                            <a:schemeClr val="bg1"/>
                          </a:solidFill>
                          <a:latin typeface="DM Sans Bold" charset="0"/>
                        </a:rPr>
                        <a:t>Library</a:t>
                      </a:r>
                    </a:p>
                  </a:txBody>
                  <a:tcPr marL="55876" marR="55876" marT="27938" marB="27938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>
                          <a:solidFill>
                            <a:schemeClr val="bg1"/>
                          </a:solidFill>
                          <a:latin typeface="DM Sans Bold" charset="0"/>
                        </a:rPr>
                        <a:t>Purpose</a:t>
                      </a:r>
                    </a:p>
                  </a:txBody>
                  <a:tcPr marL="55876" marR="55876" marT="27938" marB="27938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>
                          <a:solidFill>
                            <a:schemeClr val="bg1"/>
                          </a:solidFill>
                          <a:latin typeface="DM Sans Bold" charset="0"/>
                        </a:rPr>
                        <a:t>Role in Project</a:t>
                      </a:r>
                    </a:p>
                  </a:txBody>
                  <a:tcPr marL="55876" marR="55876" marT="27938" marB="27938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5242957"/>
                  </a:ext>
                </a:extLst>
              </a:tr>
              <a:tr h="128554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>
                          <a:solidFill>
                            <a:schemeClr val="bg1"/>
                          </a:solidFill>
                          <a:latin typeface="DM Sans Bold" charset="0"/>
                        </a:rPr>
                        <a:t>Pandas</a:t>
                      </a:r>
                      <a:endParaRPr lang="en-IN" sz="2000">
                        <a:solidFill>
                          <a:schemeClr val="bg1"/>
                        </a:solidFill>
                        <a:latin typeface="DM Sans Bold" charset="0"/>
                      </a:endParaRPr>
                    </a:p>
                  </a:txBody>
                  <a:tcPr marL="55876" marR="55876" marT="27938" marB="27938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>
                          <a:solidFill>
                            <a:schemeClr val="bg1"/>
                          </a:solidFill>
                          <a:latin typeface="DM Sans Bold" charset="0"/>
                        </a:rPr>
                        <a:t>Data manipulation</a:t>
                      </a:r>
                    </a:p>
                  </a:txBody>
                  <a:tcPr marL="55876" marR="55876" marT="27938" marB="27938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bg1"/>
                          </a:solidFill>
                          <a:latin typeface="DM Sans Bold" charset="0"/>
                        </a:rPr>
                        <a:t>Used for loading, cleaning, and preprocessing the dataset</a:t>
                      </a:r>
                    </a:p>
                  </a:txBody>
                  <a:tcPr marL="55876" marR="55876" marT="27938" marB="27938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4904568"/>
                  </a:ext>
                </a:extLst>
              </a:tr>
              <a:tr h="8998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>
                          <a:solidFill>
                            <a:schemeClr val="bg1"/>
                          </a:solidFill>
                          <a:latin typeface="DM Sans Bold" charset="0"/>
                        </a:rPr>
                        <a:t>NumPy</a:t>
                      </a:r>
                      <a:endParaRPr lang="en-IN" sz="2000">
                        <a:solidFill>
                          <a:schemeClr val="bg1"/>
                        </a:solidFill>
                        <a:latin typeface="DM Sans Bold" charset="0"/>
                      </a:endParaRPr>
                    </a:p>
                  </a:txBody>
                  <a:tcPr marL="55876" marR="55876" marT="27938" marB="27938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>
                          <a:solidFill>
                            <a:schemeClr val="bg1"/>
                          </a:solidFill>
                          <a:latin typeface="DM Sans Bold" charset="0"/>
                        </a:rPr>
                        <a:t>Numerical computing</a:t>
                      </a:r>
                    </a:p>
                  </a:txBody>
                  <a:tcPr marL="55876" marR="55876" marT="27938" marB="27938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bg1"/>
                          </a:solidFill>
                          <a:latin typeface="DM Sans Bold" charset="0"/>
                        </a:rPr>
                        <a:t>Used for mathematical and array operations</a:t>
                      </a:r>
                    </a:p>
                  </a:txBody>
                  <a:tcPr marL="55876" marR="55876" marT="27938" marB="27938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3114322"/>
                  </a:ext>
                </a:extLst>
              </a:tr>
              <a:tr h="167120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>
                          <a:solidFill>
                            <a:schemeClr val="bg1"/>
                          </a:solidFill>
                          <a:latin typeface="DM Sans Bold" charset="0"/>
                        </a:rPr>
                        <a:t>Scikit-learn</a:t>
                      </a:r>
                      <a:endParaRPr lang="en-IN" sz="2000">
                        <a:solidFill>
                          <a:schemeClr val="bg1"/>
                        </a:solidFill>
                        <a:latin typeface="DM Sans Bold" charset="0"/>
                      </a:endParaRPr>
                    </a:p>
                  </a:txBody>
                  <a:tcPr marL="55876" marR="55876" marT="27938" marB="27938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>
                          <a:solidFill>
                            <a:schemeClr val="bg1"/>
                          </a:solidFill>
                          <a:latin typeface="DM Sans Bold" charset="0"/>
                        </a:rPr>
                        <a:t>Machine learning library</a:t>
                      </a:r>
                    </a:p>
                  </a:txBody>
                  <a:tcPr marL="55876" marR="55876" marT="27938" marB="27938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bg1"/>
                          </a:solidFill>
                          <a:latin typeface="DM Sans Bold" charset="0"/>
                        </a:rPr>
                        <a:t>Used to train models like Logistic Regression, Random Forest, and Gradient Boosting</a:t>
                      </a:r>
                    </a:p>
                  </a:txBody>
                  <a:tcPr marL="55876" marR="55876" marT="27938" marB="27938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8107137"/>
                  </a:ext>
                </a:extLst>
              </a:tr>
              <a:tr h="128554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>
                          <a:solidFill>
                            <a:schemeClr val="bg1"/>
                          </a:solidFill>
                          <a:latin typeface="DM Sans Bold" charset="0"/>
                        </a:rPr>
                        <a:t>Imbalanced-learn</a:t>
                      </a:r>
                      <a:endParaRPr lang="en-IN" sz="2000">
                        <a:solidFill>
                          <a:schemeClr val="bg1"/>
                        </a:solidFill>
                        <a:latin typeface="DM Sans Bold" charset="0"/>
                      </a:endParaRPr>
                    </a:p>
                  </a:txBody>
                  <a:tcPr marL="55876" marR="55876" marT="27938" marB="27938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>
                          <a:solidFill>
                            <a:schemeClr val="bg1"/>
                          </a:solidFill>
                          <a:latin typeface="DM Sans Bold" charset="0"/>
                        </a:rPr>
                        <a:t>Data balancing</a:t>
                      </a:r>
                    </a:p>
                  </a:txBody>
                  <a:tcPr marL="55876" marR="55876" marT="27938" marB="27938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bg1"/>
                          </a:solidFill>
                          <a:latin typeface="DM Sans Bold" charset="0"/>
                        </a:rPr>
                        <a:t>Used to implement </a:t>
                      </a:r>
                      <a:r>
                        <a:rPr lang="en-US" sz="2000" b="1">
                          <a:solidFill>
                            <a:schemeClr val="bg1"/>
                          </a:solidFill>
                          <a:latin typeface="DM Sans Bold" charset="0"/>
                        </a:rPr>
                        <a:t>SMOTE</a:t>
                      </a:r>
                      <a:r>
                        <a:rPr lang="en-US" sz="2000">
                          <a:solidFill>
                            <a:schemeClr val="bg1"/>
                          </a:solidFill>
                          <a:latin typeface="DM Sans Bold" charset="0"/>
                        </a:rPr>
                        <a:t> for handling class imbalance</a:t>
                      </a:r>
                    </a:p>
                  </a:txBody>
                  <a:tcPr marL="55876" marR="55876" marT="27938" marB="27938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7972259"/>
                  </a:ext>
                </a:extLst>
              </a:tr>
              <a:tr h="8998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>
                          <a:solidFill>
                            <a:schemeClr val="bg1"/>
                          </a:solidFill>
                          <a:latin typeface="DM Sans Bold" charset="0"/>
                        </a:rPr>
                        <a:t>Matplotlib</a:t>
                      </a:r>
                      <a:endParaRPr lang="en-IN" sz="2000">
                        <a:solidFill>
                          <a:schemeClr val="bg1"/>
                        </a:solidFill>
                        <a:latin typeface="DM Sans Bold" charset="0"/>
                      </a:endParaRPr>
                    </a:p>
                  </a:txBody>
                  <a:tcPr marL="55876" marR="55876" marT="27938" marB="27938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>
                          <a:solidFill>
                            <a:schemeClr val="bg1"/>
                          </a:solidFill>
                          <a:latin typeface="DM Sans Bold" charset="0"/>
                        </a:rPr>
                        <a:t>Data visualization</a:t>
                      </a:r>
                    </a:p>
                  </a:txBody>
                  <a:tcPr marL="55876" marR="55876" marT="27938" marB="27938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bg1"/>
                          </a:solidFill>
                          <a:latin typeface="DM Sans Bold" charset="0"/>
                        </a:rPr>
                        <a:t>Used for creating graphs and plots</a:t>
                      </a:r>
                    </a:p>
                  </a:txBody>
                  <a:tcPr marL="55876" marR="55876" marT="27938" marB="27938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5315950"/>
                  </a:ext>
                </a:extLst>
              </a:tr>
              <a:tr h="128554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>
                          <a:solidFill>
                            <a:schemeClr val="bg1"/>
                          </a:solidFill>
                          <a:latin typeface="DM Sans Bold" charset="0"/>
                        </a:rPr>
                        <a:t>Seaborn</a:t>
                      </a:r>
                      <a:endParaRPr lang="en-IN" sz="2000">
                        <a:solidFill>
                          <a:schemeClr val="bg1"/>
                        </a:solidFill>
                        <a:latin typeface="DM Sans Bold" charset="0"/>
                      </a:endParaRPr>
                    </a:p>
                  </a:txBody>
                  <a:tcPr marL="55876" marR="55876" marT="27938" marB="27938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>
                          <a:solidFill>
                            <a:schemeClr val="bg1"/>
                          </a:solidFill>
                          <a:latin typeface="DM Sans Bold" charset="0"/>
                        </a:rPr>
                        <a:t>Statistical visualization</a:t>
                      </a:r>
                    </a:p>
                  </a:txBody>
                  <a:tcPr marL="55876" marR="55876" marT="27938" marB="27938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bg1"/>
                          </a:solidFill>
                          <a:latin typeface="DM Sans Bold" charset="0"/>
                        </a:rPr>
                        <a:t>Used for advanced visualizations and correlation analysis</a:t>
                      </a:r>
                    </a:p>
                  </a:txBody>
                  <a:tcPr marL="55876" marR="55876" marT="27938" marB="27938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6335244"/>
                  </a:ext>
                </a:extLst>
              </a:tr>
              <a:tr h="128554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err="1">
                          <a:solidFill>
                            <a:schemeClr val="bg1"/>
                          </a:solidFill>
                          <a:latin typeface="DM Sans Bold" charset="0"/>
                        </a:rPr>
                        <a:t>Joblib</a:t>
                      </a:r>
                      <a:endParaRPr lang="en-IN" sz="2000">
                        <a:solidFill>
                          <a:schemeClr val="bg1"/>
                        </a:solidFill>
                        <a:latin typeface="DM Sans Bold" charset="0"/>
                      </a:endParaRPr>
                    </a:p>
                  </a:txBody>
                  <a:tcPr marL="55876" marR="55876" marT="27938" marB="27938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>
                          <a:solidFill>
                            <a:schemeClr val="bg1"/>
                          </a:solidFill>
                          <a:latin typeface="DM Sans Bold" charset="0"/>
                        </a:rPr>
                        <a:t>Model serialization</a:t>
                      </a:r>
                    </a:p>
                  </a:txBody>
                  <a:tcPr marL="55876" marR="55876" marT="27938" marB="27938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bg1"/>
                          </a:solidFill>
                          <a:latin typeface="DM Sans Bold" charset="0"/>
                        </a:rPr>
                        <a:t>Used to save and load the trained machine learning model</a:t>
                      </a:r>
                    </a:p>
                  </a:txBody>
                  <a:tcPr marL="55876" marR="55876" marT="27938" marB="27938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7874187"/>
                  </a:ext>
                </a:extLst>
              </a:tr>
              <a:tr h="128554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err="1">
                          <a:solidFill>
                            <a:schemeClr val="bg1"/>
                          </a:solidFill>
                          <a:latin typeface="DM Sans Bold" charset="0"/>
                        </a:rPr>
                        <a:t>Streamlit</a:t>
                      </a:r>
                      <a:endParaRPr lang="en-IN" sz="2000">
                        <a:solidFill>
                          <a:schemeClr val="bg1"/>
                        </a:solidFill>
                        <a:latin typeface="DM Sans Bold" charset="0"/>
                      </a:endParaRPr>
                    </a:p>
                  </a:txBody>
                  <a:tcPr marL="55876" marR="55876" marT="27938" marB="27938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>
                          <a:solidFill>
                            <a:schemeClr val="bg1"/>
                          </a:solidFill>
                          <a:latin typeface="DM Sans Bold" charset="0"/>
                        </a:rPr>
                        <a:t>Web application framework</a:t>
                      </a:r>
                    </a:p>
                  </a:txBody>
                  <a:tcPr marL="55876" marR="55876" marT="27938" marB="27938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bg1"/>
                          </a:solidFill>
                          <a:latin typeface="DM Sans Bold" charset="0"/>
                        </a:rPr>
                        <a:t>Used to build the interactive salary prediction interface</a:t>
                      </a:r>
                    </a:p>
                  </a:txBody>
                  <a:tcPr marL="55876" marR="55876" marT="27938" marB="27938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5710819"/>
                  </a:ext>
                </a:extLst>
              </a:tr>
            </a:tbl>
          </a:graphicData>
        </a:graphic>
      </p:graphicFrame>
      <p:sp>
        <p:nvSpPr>
          <p:cNvPr id="29" name="Freeform 49">
            <a:extLst>
              <a:ext uri="{FF2B5EF4-FFF2-40B4-BE49-F238E27FC236}">
                <a16:creationId xmlns:a16="http://schemas.microsoft.com/office/drawing/2014/main" id="{F2F13D61-4491-FF1A-B41F-BA0EA2D0EECF}"/>
              </a:ext>
            </a:extLst>
          </p:cNvPr>
          <p:cNvSpPr/>
          <p:nvPr/>
        </p:nvSpPr>
        <p:spPr>
          <a:xfrm flipV="1">
            <a:off x="12573000" y="0"/>
            <a:ext cx="5772718" cy="10412916"/>
          </a:xfrm>
          <a:custGeom>
            <a:avLst/>
            <a:gdLst/>
            <a:ahLst/>
            <a:cxnLst/>
            <a:rect l="l" t="t" r="r" b="b"/>
            <a:pathLst>
              <a:path w="1668854" h="2563882">
                <a:moveTo>
                  <a:pt x="0" y="2563881"/>
                </a:moveTo>
                <a:lnTo>
                  <a:pt x="1668854" y="2563881"/>
                </a:lnTo>
                <a:lnTo>
                  <a:pt x="1668854" y="0"/>
                </a:lnTo>
                <a:lnTo>
                  <a:pt x="0" y="0"/>
                </a:lnTo>
                <a:lnTo>
                  <a:pt x="0" y="256388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0DFBF56-485B-AF9E-2AAF-78E99A6F674D}"/>
              </a:ext>
            </a:extLst>
          </p:cNvPr>
          <p:cNvSpPr txBox="1"/>
          <p:nvPr/>
        </p:nvSpPr>
        <p:spPr>
          <a:xfrm>
            <a:off x="12591952" y="2097080"/>
            <a:ext cx="5829842" cy="5706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0">
                <a:solidFill>
                  <a:schemeClr val="bg1"/>
                </a:solidFill>
                <a:latin typeface="DM Sans Bold" charset="0"/>
              </a:rPr>
              <a:t>Libraries Used in the Project</a:t>
            </a:r>
            <a:endParaRPr lang="en-IN" sz="9000">
              <a:solidFill>
                <a:schemeClr val="bg1"/>
              </a:solidFill>
              <a:latin typeface="DM Sans Bold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400AD4">
                <a:alpha val="100000"/>
              </a:srgbClr>
            </a:gs>
            <a:gs pos="50000">
              <a:srgbClr val="5234A9">
                <a:alpha val="100000"/>
              </a:srgbClr>
            </a:gs>
            <a:gs pos="100000">
              <a:srgbClr val="1B1B1B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46">
            <a:extLst>
              <a:ext uri="{FF2B5EF4-FFF2-40B4-BE49-F238E27FC236}">
                <a16:creationId xmlns:a16="http://schemas.microsoft.com/office/drawing/2014/main" id="{A48D8A7F-12BD-86B9-1519-F148A6E37910}"/>
              </a:ext>
            </a:extLst>
          </p:cNvPr>
          <p:cNvSpPr/>
          <p:nvPr/>
        </p:nvSpPr>
        <p:spPr>
          <a:xfrm rot="16200000">
            <a:off x="6339842" y="-6339842"/>
            <a:ext cx="5608320" cy="18288003"/>
          </a:xfrm>
          <a:custGeom>
            <a:avLst/>
            <a:gdLst/>
            <a:ahLst/>
            <a:cxnLst/>
            <a:rect l="l" t="t" r="r" b="b"/>
            <a:pathLst>
              <a:path w="1703021" h="2601837">
                <a:moveTo>
                  <a:pt x="0" y="0"/>
                </a:moveTo>
                <a:lnTo>
                  <a:pt x="1703021" y="0"/>
                </a:lnTo>
                <a:lnTo>
                  <a:pt x="1703021" y="2601837"/>
                </a:lnTo>
                <a:lnTo>
                  <a:pt x="0" y="26018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4C7743F-DB42-6769-5CB4-481259F9357C}"/>
              </a:ext>
            </a:extLst>
          </p:cNvPr>
          <p:cNvGrpSpPr/>
          <p:nvPr/>
        </p:nvGrpSpPr>
        <p:grpSpPr>
          <a:xfrm>
            <a:off x="2300516" y="2267315"/>
            <a:ext cx="13513620" cy="2876185"/>
            <a:chOff x="3259393" y="3810307"/>
            <a:chExt cx="13513620" cy="2876185"/>
          </a:xfrm>
        </p:grpSpPr>
        <p:grpSp>
          <p:nvGrpSpPr>
            <p:cNvPr id="2" name="Group 2"/>
            <p:cNvGrpSpPr/>
            <p:nvPr/>
          </p:nvGrpSpPr>
          <p:grpSpPr>
            <a:xfrm>
              <a:off x="3259393" y="3819832"/>
              <a:ext cx="2730011" cy="2866660"/>
              <a:chOff x="0" y="0"/>
              <a:chExt cx="6350000" cy="5911850"/>
            </a:xfrm>
          </p:grpSpPr>
          <p:sp>
            <p:nvSpPr>
              <p:cNvPr id="3" name="Freeform 3"/>
              <p:cNvSpPr/>
              <p:nvPr/>
            </p:nvSpPr>
            <p:spPr>
              <a:xfrm>
                <a:off x="302" y="0"/>
                <a:ext cx="6348428" cy="5911850"/>
              </a:xfrm>
              <a:custGeom>
                <a:avLst/>
                <a:gdLst/>
                <a:ahLst/>
                <a:cxnLst/>
                <a:rect l="l" t="t" r="r" b="b"/>
                <a:pathLst>
                  <a:path w="6348428" h="5911850">
                    <a:moveTo>
                      <a:pt x="1146508" y="402590"/>
                    </a:moveTo>
                    <a:lnTo>
                      <a:pt x="108918" y="2192020"/>
                    </a:lnTo>
                    <a:cubicBezTo>
                      <a:pt x="-68882" y="2498090"/>
                      <a:pt x="-25702" y="2884170"/>
                      <a:pt x="214328" y="3144520"/>
                    </a:cubicBezTo>
                    <a:lnTo>
                      <a:pt x="2525728" y="5651500"/>
                    </a:lnTo>
                    <a:cubicBezTo>
                      <a:pt x="2678128" y="5817870"/>
                      <a:pt x="2894028" y="5911850"/>
                      <a:pt x="3118818" y="5911850"/>
                    </a:cubicBezTo>
                    <a:lnTo>
                      <a:pt x="5540708" y="5911850"/>
                    </a:lnTo>
                    <a:cubicBezTo>
                      <a:pt x="5986478" y="5911850"/>
                      <a:pt x="6348428" y="5549900"/>
                      <a:pt x="6348428" y="5104130"/>
                    </a:cubicBezTo>
                    <a:lnTo>
                      <a:pt x="6348428" y="1891030"/>
                    </a:lnTo>
                    <a:cubicBezTo>
                      <a:pt x="6348428" y="1724660"/>
                      <a:pt x="6297628" y="1562100"/>
                      <a:pt x="6201108" y="1426210"/>
                    </a:cubicBezTo>
                    <a:lnTo>
                      <a:pt x="5439108" y="342900"/>
                    </a:lnTo>
                    <a:cubicBezTo>
                      <a:pt x="5287978" y="128270"/>
                      <a:pt x="5041598" y="0"/>
                      <a:pt x="4778708" y="0"/>
                    </a:cubicBezTo>
                    <a:lnTo>
                      <a:pt x="1845008" y="0"/>
                    </a:lnTo>
                    <a:cubicBezTo>
                      <a:pt x="1556718" y="0"/>
                      <a:pt x="1290018" y="153670"/>
                      <a:pt x="1146508" y="402590"/>
                    </a:cubicBezTo>
                    <a:close/>
                  </a:path>
                </a:pathLst>
              </a:custGeom>
              <a:blipFill>
                <a:blip r:embed="rId5"/>
                <a:stretch>
                  <a:fillRect l="-19842" r="-19842"/>
                </a:stretch>
              </a:blipFill>
            </p:spPr>
          </p:sp>
        </p:grpSp>
        <p:grpSp>
          <p:nvGrpSpPr>
            <p:cNvPr id="4" name="Group 4"/>
            <p:cNvGrpSpPr/>
            <p:nvPr/>
          </p:nvGrpSpPr>
          <p:grpSpPr>
            <a:xfrm>
              <a:off x="8618280" y="3810307"/>
              <a:ext cx="2730011" cy="2866660"/>
              <a:chOff x="0" y="0"/>
              <a:chExt cx="6350000" cy="591185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6352540" cy="5913120"/>
              </a:xfrm>
              <a:custGeom>
                <a:avLst/>
                <a:gdLst/>
                <a:ahLst/>
                <a:cxnLst/>
                <a:rect l="l" t="t" r="r" b="b"/>
                <a:pathLst>
                  <a:path w="6352540" h="5913120">
                    <a:moveTo>
                      <a:pt x="5995670" y="1826260"/>
                    </a:moveTo>
                    <a:lnTo>
                      <a:pt x="4719320" y="1826260"/>
                    </a:lnTo>
                    <a:cubicBezTo>
                      <a:pt x="4523740" y="1826260"/>
                      <a:pt x="4364990" y="1667510"/>
                      <a:pt x="4364990" y="1471930"/>
                    </a:cubicBezTo>
                    <a:lnTo>
                      <a:pt x="4364990" y="354330"/>
                    </a:lnTo>
                    <a:cubicBezTo>
                      <a:pt x="4364990" y="158750"/>
                      <a:pt x="4206240" y="0"/>
                      <a:pt x="4010660" y="0"/>
                    </a:cubicBezTo>
                    <a:lnTo>
                      <a:pt x="1061720" y="0"/>
                    </a:lnTo>
                    <a:cubicBezTo>
                      <a:pt x="866140" y="0"/>
                      <a:pt x="707390" y="158750"/>
                      <a:pt x="707390" y="354330"/>
                    </a:cubicBezTo>
                    <a:lnTo>
                      <a:pt x="707390" y="506730"/>
                    </a:lnTo>
                    <a:cubicBezTo>
                      <a:pt x="707390" y="702310"/>
                      <a:pt x="548640" y="861060"/>
                      <a:pt x="353060" y="861060"/>
                    </a:cubicBezTo>
                    <a:cubicBezTo>
                      <a:pt x="158750" y="861060"/>
                      <a:pt x="0" y="1018540"/>
                      <a:pt x="0" y="1214120"/>
                    </a:cubicBezTo>
                    <a:lnTo>
                      <a:pt x="0" y="4723130"/>
                    </a:lnTo>
                    <a:cubicBezTo>
                      <a:pt x="0" y="4918710"/>
                      <a:pt x="158750" y="5077460"/>
                      <a:pt x="354330" y="5077460"/>
                    </a:cubicBezTo>
                    <a:cubicBezTo>
                      <a:pt x="549910" y="5077460"/>
                      <a:pt x="708660" y="5236210"/>
                      <a:pt x="708660" y="5431790"/>
                    </a:cubicBezTo>
                    <a:lnTo>
                      <a:pt x="708660" y="5558790"/>
                    </a:lnTo>
                    <a:cubicBezTo>
                      <a:pt x="708660" y="5754370"/>
                      <a:pt x="867410" y="5913120"/>
                      <a:pt x="1062990" y="5913120"/>
                    </a:cubicBezTo>
                    <a:lnTo>
                      <a:pt x="4013200" y="5913120"/>
                    </a:lnTo>
                    <a:cubicBezTo>
                      <a:pt x="4208780" y="5913120"/>
                      <a:pt x="4367530" y="5754370"/>
                      <a:pt x="4367530" y="5558790"/>
                    </a:cubicBezTo>
                    <a:lnTo>
                      <a:pt x="4367530" y="5431790"/>
                    </a:lnTo>
                    <a:cubicBezTo>
                      <a:pt x="4367530" y="5236210"/>
                      <a:pt x="4526280" y="5077460"/>
                      <a:pt x="4721860" y="5077460"/>
                    </a:cubicBezTo>
                    <a:lnTo>
                      <a:pt x="5998210" y="5077460"/>
                    </a:lnTo>
                    <a:cubicBezTo>
                      <a:pt x="6193790" y="5077460"/>
                      <a:pt x="6352540" y="4918710"/>
                      <a:pt x="6352540" y="4723130"/>
                    </a:cubicBezTo>
                    <a:lnTo>
                      <a:pt x="6352540" y="2179320"/>
                    </a:lnTo>
                    <a:cubicBezTo>
                      <a:pt x="6350000" y="1983740"/>
                      <a:pt x="6191250" y="1826260"/>
                      <a:pt x="5995670" y="1826260"/>
                    </a:cubicBezTo>
                    <a:close/>
                  </a:path>
                </a:pathLst>
              </a:custGeom>
              <a:blipFill>
                <a:blip r:embed="rId6"/>
                <a:stretch>
                  <a:fillRect l="-39497"/>
                </a:stretch>
              </a:blipFill>
            </p:spPr>
          </p:sp>
        </p:grpSp>
        <p:grpSp>
          <p:nvGrpSpPr>
            <p:cNvPr id="6" name="Group 6"/>
            <p:cNvGrpSpPr/>
            <p:nvPr/>
          </p:nvGrpSpPr>
          <p:grpSpPr>
            <a:xfrm>
              <a:off x="13961464" y="3810307"/>
              <a:ext cx="2811549" cy="2866660"/>
              <a:chOff x="0" y="0"/>
              <a:chExt cx="6350000" cy="57404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6351270" cy="5741670"/>
              </a:xfrm>
              <a:custGeom>
                <a:avLst/>
                <a:gdLst/>
                <a:ahLst/>
                <a:cxnLst/>
                <a:rect l="l" t="t" r="r" b="b"/>
                <a:pathLst>
                  <a:path w="6351270" h="5741670">
                    <a:moveTo>
                      <a:pt x="0" y="542290"/>
                    </a:moveTo>
                    <a:lnTo>
                      <a:pt x="0" y="2392680"/>
                    </a:lnTo>
                    <a:cubicBezTo>
                      <a:pt x="0" y="2691130"/>
                      <a:pt x="242570" y="2933700"/>
                      <a:pt x="542290" y="2933700"/>
                    </a:cubicBezTo>
                    <a:lnTo>
                      <a:pt x="1148080" y="2933700"/>
                    </a:lnTo>
                    <a:cubicBezTo>
                      <a:pt x="1447800" y="2933700"/>
                      <a:pt x="1690370" y="3176270"/>
                      <a:pt x="1690370" y="3475990"/>
                    </a:cubicBezTo>
                    <a:lnTo>
                      <a:pt x="1690370" y="5199380"/>
                    </a:lnTo>
                    <a:cubicBezTo>
                      <a:pt x="1690370" y="5499100"/>
                      <a:pt x="1932940" y="5741670"/>
                      <a:pt x="2232660" y="5741670"/>
                    </a:cubicBezTo>
                    <a:lnTo>
                      <a:pt x="3599180" y="5741670"/>
                    </a:lnTo>
                    <a:cubicBezTo>
                      <a:pt x="3735070" y="5741670"/>
                      <a:pt x="3867150" y="5689600"/>
                      <a:pt x="3967480" y="5598160"/>
                    </a:cubicBezTo>
                    <a:lnTo>
                      <a:pt x="6177280" y="3553460"/>
                    </a:lnTo>
                    <a:cubicBezTo>
                      <a:pt x="6287770" y="3450590"/>
                      <a:pt x="6351270" y="3307080"/>
                      <a:pt x="6351270" y="3155950"/>
                    </a:cubicBezTo>
                    <a:lnTo>
                      <a:pt x="6351270" y="542290"/>
                    </a:lnTo>
                    <a:cubicBezTo>
                      <a:pt x="6350000" y="242570"/>
                      <a:pt x="6107430" y="0"/>
                      <a:pt x="5807710" y="0"/>
                    </a:cubicBezTo>
                    <a:lnTo>
                      <a:pt x="542290" y="0"/>
                    </a:lnTo>
                    <a:cubicBezTo>
                      <a:pt x="242570" y="0"/>
                      <a:pt x="0" y="242570"/>
                      <a:pt x="0" y="542290"/>
                    </a:cubicBezTo>
                    <a:close/>
                  </a:path>
                </a:pathLst>
              </a:custGeom>
              <a:blipFill>
                <a:blip r:embed="rId7"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 t="-33014" b="-33014"/>
                </a:stretch>
              </a:blipFill>
            </p:spPr>
          </p:sp>
        </p:grpSp>
      </p:grpSp>
      <p:sp>
        <p:nvSpPr>
          <p:cNvPr id="10" name="TextBox 10"/>
          <p:cNvSpPr txBox="1"/>
          <p:nvPr/>
        </p:nvSpPr>
        <p:spPr>
          <a:xfrm>
            <a:off x="2401900" y="653222"/>
            <a:ext cx="13484200" cy="11303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IN" sz="8800" b="1" dirty="0">
                <a:solidFill>
                  <a:schemeClr val="bg1"/>
                </a:solidFill>
                <a:latin typeface="DM Sans Bold" charset="0"/>
              </a:rPr>
              <a:t>Tools &amp; Technologies</a:t>
            </a:r>
            <a:endParaRPr lang="en-US" sz="8800" b="1" dirty="0">
              <a:solidFill>
                <a:schemeClr val="bg1"/>
              </a:solidFill>
              <a:latin typeface="DM Sans Bold" charset="0"/>
              <a:ea typeface="DM Sans"/>
              <a:cs typeface="DM Sans"/>
              <a:sym typeface="DM Sans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93AD292-22C7-3043-4C86-F280233D94C1}"/>
              </a:ext>
            </a:extLst>
          </p:cNvPr>
          <p:cNvGrpSpPr/>
          <p:nvPr/>
        </p:nvGrpSpPr>
        <p:grpSpPr>
          <a:xfrm>
            <a:off x="1363574" y="5837203"/>
            <a:ext cx="4843080" cy="3634415"/>
            <a:chOff x="1363574" y="5837203"/>
            <a:chExt cx="4843080" cy="3634415"/>
          </a:xfrm>
        </p:grpSpPr>
        <p:sp>
          <p:nvSpPr>
            <p:cNvPr id="11" name="TextBox 11"/>
            <p:cNvSpPr txBox="1"/>
            <p:nvPr/>
          </p:nvSpPr>
          <p:spPr>
            <a:xfrm>
              <a:off x="2300516" y="5837203"/>
              <a:ext cx="2969196" cy="419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50"/>
                </a:lnSpc>
              </a:pPr>
              <a:r>
                <a:rPr lang="en-US" sz="3000" b="1" dirty="0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VS CODE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363574" y="6386543"/>
              <a:ext cx="4843080" cy="30850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57200" indent="-457200">
                <a:lnSpc>
                  <a:spcPts val="3499"/>
                </a:lnSpc>
                <a:buFont typeface="Arial" panose="020B0604020202020204" pitchFamily="34" charset="0"/>
                <a:buChar char="•"/>
              </a:pPr>
              <a:r>
                <a:rPr lang="en-US" sz="2400" dirty="0">
                  <a:solidFill>
                    <a:schemeClr val="accent4">
                      <a:lumMod val="60000"/>
                      <a:lumOff val="40000"/>
                    </a:schemeClr>
                  </a:solidFill>
                  <a:latin typeface="DM Sans" pitchFamily="2" charset="0"/>
                </a:rPr>
                <a:t>Used for writing and managing project code</a:t>
              </a:r>
            </a:p>
            <a:p>
              <a:pPr marL="457200" indent="-457200">
                <a:lnSpc>
                  <a:spcPts val="3499"/>
                </a:lnSpc>
                <a:buFont typeface="Arial" panose="020B0604020202020204" pitchFamily="34" charset="0"/>
                <a:buChar char="•"/>
              </a:pPr>
              <a:r>
                <a:rPr lang="en-US" sz="2400" dirty="0">
                  <a:solidFill>
                    <a:schemeClr val="accent4">
                      <a:lumMod val="60000"/>
                      <a:lumOff val="40000"/>
                    </a:schemeClr>
                  </a:solidFill>
                  <a:latin typeface="DM Sans" pitchFamily="2" charset="0"/>
                </a:rPr>
                <a:t>Provides debugging and extension support</a:t>
              </a:r>
            </a:p>
            <a:p>
              <a:pPr marL="457200" indent="-457200">
                <a:lnSpc>
                  <a:spcPts val="3499"/>
                </a:lnSpc>
                <a:buFont typeface="Arial" panose="020B0604020202020204" pitchFamily="34" charset="0"/>
                <a:buChar char="•"/>
              </a:pPr>
              <a:r>
                <a:rPr lang="en-US" sz="2400" dirty="0">
                  <a:solidFill>
                    <a:schemeClr val="accent4">
                      <a:lumMod val="60000"/>
                      <a:lumOff val="40000"/>
                    </a:schemeClr>
                  </a:solidFill>
                  <a:latin typeface="DM Sans" pitchFamily="2" charset="0"/>
                </a:rPr>
                <a:t>Helps organize project structure</a:t>
              </a:r>
              <a:endPara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  <a:latin typeface="DM Sans" pitchFamily="2" charset="0"/>
                <a:ea typeface="DM Sans"/>
                <a:cs typeface="DM Sans"/>
                <a:sym typeface="DM Sans"/>
              </a:endParaRPr>
            </a:p>
            <a:p>
              <a:pPr algn="ctr">
                <a:lnSpc>
                  <a:spcPts val="3220"/>
                </a:lnSpc>
              </a:pPr>
              <a:endParaRPr lang="en-US" sz="2300" dirty="0">
                <a:gradFill flip="none" rotWithShape="1">
                  <a:gsLst>
                    <a:gs pos="0">
                      <a:srgbClr val="9867FB">
                        <a:tint val="66000"/>
                        <a:satMod val="160000"/>
                      </a:srgbClr>
                    </a:gs>
                    <a:gs pos="50000">
                      <a:srgbClr val="9867FB">
                        <a:tint val="44500"/>
                        <a:satMod val="160000"/>
                      </a:srgbClr>
                    </a:gs>
                    <a:gs pos="100000">
                      <a:srgbClr val="9867FB">
                        <a:tint val="23500"/>
                        <a:satMod val="16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EE2D965-866D-49F8-543D-11AD73A9F39C}"/>
              </a:ext>
            </a:extLst>
          </p:cNvPr>
          <p:cNvGrpSpPr/>
          <p:nvPr/>
        </p:nvGrpSpPr>
        <p:grpSpPr>
          <a:xfrm>
            <a:off x="6852031" y="5837203"/>
            <a:ext cx="4843080" cy="3634415"/>
            <a:chOff x="6723917" y="5803405"/>
            <a:chExt cx="4843080" cy="3634415"/>
          </a:xfrm>
        </p:grpSpPr>
        <p:sp>
          <p:nvSpPr>
            <p:cNvPr id="12" name="TextBox 12"/>
            <p:cNvSpPr txBox="1"/>
            <p:nvPr/>
          </p:nvSpPr>
          <p:spPr>
            <a:xfrm>
              <a:off x="7445021" y="5803405"/>
              <a:ext cx="3400871" cy="419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50"/>
                </a:lnSpc>
              </a:pPr>
              <a:r>
                <a:rPr lang="en-US" sz="3000" b="1" dirty="0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PYTHON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723917" y="6352745"/>
              <a:ext cx="4843080" cy="30850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57200" indent="-457200">
                <a:lnSpc>
                  <a:spcPts val="3499"/>
                </a:lnSpc>
                <a:buFont typeface="Arial" panose="020B0604020202020204" pitchFamily="34" charset="0"/>
                <a:buChar char="•"/>
              </a:pPr>
              <a:r>
                <a:rPr lang="en-US" sz="2400" dirty="0">
                  <a:solidFill>
                    <a:schemeClr val="accent4">
                      <a:lumMod val="60000"/>
                      <a:lumOff val="40000"/>
                    </a:schemeClr>
                  </a:solidFill>
                  <a:latin typeface="DM Sans" pitchFamily="2" charset="0"/>
                </a:rPr>
                <a:t>Supports powerful data science libraries</a:t>
              </a:r>
            </a:p>
            <a:p>
              <a:pPr marL="457200" indent="-457200">
                <a:lnSpc>
                  <a:spcPts val="3499"/>
                </a:lnSpc>
                <a:buFont typeface="Arial" panose="020B0604020202020204" pitchFamily="34" charset="0"/>
                <a:buChar char="•"/>
              </a:pPr>
              <a:r>
                <a:rPr lang="en-US" sz="2400" dirty="0">
                  <a:solidFill>
                    <a:schemeClr val="accent4">
                      <a:lumMod val="60000"/>
                      <a:lumOff val="40000"/>
                    </a:schemeClr>
                  </a:solidFill>
                  <a:latin typeface="DM Sans" pitchFamily="2" charset="0"/>
                </a:rPr>
                <a:t>Widely used for machine learning development</a:t>
              </a:r>
            </a:p>
            <a:p>
              <a:pPr marL="457200" indent="-457200">
                <a:lnSpc>
                  <a:spcPts val="3499"/>
                </a:lnSpc>
                <a:buFont typeface="Arial" panose="020B0604020202020204" pitchFamily="34" charset="0"/>
                <a:buChar char="•"/>
              </a:pPr>
              <a:r>
                <a:rPr lang="en-US" sz="2400" dirty="0">
                  <a:solidFill>
                    <a:schemeClr val="accent4">
                      <a:lumMod val="60000"/>
                      <a:lumOff val="40000"/>
                    </a:schemeClr>
                  </a:solidFill>
                  <a:latin typeface="DM Sans" pitchFamily="2" charset="0"/>
                </a:rPr>
                <a:t>Easy integration with web frameworks</a:t>
              </a:r>
              <a:endPara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  <a:latin typeface="DM Sans" pitchFamily="2" charset="0"/>
                <a:ea typeface="DM Sans"/>
                <a:cs typeface="DM Sans"/>
                <a:sym typeface="DM Sans"/>
              </a:endParaRPr>
            </a:p>
            <a:p>
              <a:pPr algn="ctr">
                <a:lnSpc>
                  <a:spcPts val="3220"/>
                </a:lnSpc>
              </a:pPr>
              <a:endParaRPr lang="en-US" sz="2300" dirty="0">
                <a:gradFill flip="none" rotWithShape="1">
                  <a:gsLst>
                    <a:gs pos="0">
                      <a:srgbClr val="9867FB">
                        <a:tint val="66000"/>
                        <a:satMod val="160000"/>
                      </a:srgbClr>
                    </a:gs>
                    <a:gs pos="50000">
                      <a:srgbClr val="9867FB">
                        <a:tint val="44500"/>
                        <a:satMod val="160000"/>
                      </a:srgbClr>
                    </a:gs>
                    <a:gs pos="100000">
                      <a:srgbClr val="9867FB">
                        <a:tint val="23500"/>
                        <a:satMod val="16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A25CB19-DB43-0909-685F-9341AB9DBAEE}"/>
              </a:ext>
            </a:extLst>
          </p:cNvPr>
          <p:cNvGrpSpPr/>
          <p:nvPr/>
        </p:nvGrpSpPr>
        <p:grpSpPr>
          <a:xfrm>
            <a:off x="12224764" y="5999363"/>
            <a:ext cx="4843080" cy="3634415"/>
            <a:chOff x="12081347" y="6968527"/>
            <a:chExt cx="4843080" cy="3634415"/>
          </a:xfrm>
        </p:grpSpPr>
        <p:sp>
          <p:nvSpPr>
            <p:cNvPr id="13" name="TextBox 13"/>
            <p:cNvSpPr txBox="1"/>
            <p:nvPr/>
          </p:nvSpPr>
          <p:spPr>
            <a:xfrm>
              <a:off x="12340488" y="6968527"/>
              <a:ext cx="4324796" cy="419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50"/>
                </a:lnSpc>
              </a:pPr>
              <a:r>
                <a:rPr lang="en-US" sz="3000" b="1" dirty="0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STREAMLIT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2081347" y="7517867"/>
              <a:ext cx="4843080" cy="30850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57200" indent="-457200">
                <a:lnSpc>
                  <a:spcPts val="3499"/>
                </a:lnSpc>
                <a:buFont typeface="Arial" panose="020B0604020202020204" pitchFamily="34" charset="0"/>
                <a:buChar char="•"/>
              </a:pPr>
              <a:r>
                <a:rPr lang="en-US" sz="2400" dirty="0">
                  <a:solidFill>
                    <a:schemeClr val="accent4">
                      <a:lumMod val="60000"/>
                      <a:lumOff val="40000"/>
                    </a:schemeClr>
                  </a:solidFill>
                  <a:latin typeface="DM Sans" pitchFamily="2" charset="0"/>
                </a:rPr>
                <a:t>Creates an interactive web interface</a:t>
              </a:r>
            </a:p>
            <a:p>
              <a:pPr marL="457200" indent="-457200">
                <a:lnSpc>
                  <a:spcPts val="3499"/>
                </a:lnSpc>
                <a:buFont typeface="Arial" panose="020B0604020202020204" pitchFamily="34" charset="0"/>
                <a:buChar char="•"/>
              </a:pPr>
              <a:r>
                <a:rPr lang="en-US" sz="2400" dirty="0">
                  <a:solidFill>
                    <a:schemeClr val="accent4">
                      <a:lumMod val="60000"/>
                      <a:lumOff val="40000"/>
                    </a:schemeClr>
                  </a:solidFill>
                  <a:latin typeface="DM Sans" pitchFamily="2" charset="0"/>
                </a:rPr>
                <a:t>Allows users to input data and get predictions</a:t>
              </a:r>
            </a:p>
            <a:p>
              <a:pPr marL="457200" indent="-457200">
                <a:lnSpc>
                  <a:spcPts val="3499"/>
                </a:lnSpc>
                <a:buFont typeface="Arial" panose="020B0604020202020204" pitchFamily="34" charset="0"/>
                <a:buChar char="•"/>
              </a:pPr>
              <a:r>
                <a:rPr lang="en-US" sz="2400" dirty="0">
                  <a:solidFill>
                    <a:schemeClr val="accent4">
                      <a:lumMod val="60000"/>
                      <a:lumOff val="40000"/>
                    </a:schemeClr>
                  </a:solidFill>
                  <a:latin typeface="DM Sans" pitchFamily="2" charset="0"/>
                </a:rPr>
                <a:t>Displays prediction results in real time</a:t>
              </a:r>
              <a:endPara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  <a:latin typeface="DM Sans" pitchFamily="2" charset="0"/>
                <a:ea typeface="DM Sans"/>
                <a:cs typeface="DM Sans"/>
                <a:sym typeface="DM Sans"/>
              </a:endParaRPr>
            </a:p>
            <a:p>
              <a:pPr algn="ctr">
                <a:lnSpc>
                  <a:spcPts val="3220"/>
                </a:lnSpc>
              </a:pPr>
              <a:endParaRPr lang="en-US" sz="2300" dirty="0">
                <a:gradFill flip="none" rotWithShape="1">
                  <a:gsLst>
                    <a:gs pos="0">
                      <a:srgbClr val="9867FB">
                        <a:tint val="66000"/>
                        <a:satMod val="160000"/>
                      </a:srgbClr>
                    </a:gs>
                    <a:gs pos="50000">
                      <a:srgbClr val="9867FB">
                        <a:tint val="44500"/>
                        <a:satMod val="160000"/>
                      </a:srgbClr>
                    </a:gs>
                    <a:gs pos="100000">
                      <a:srgbClr val="9867FB">
                        <a:tint val="23500"/>
                        <a:satMod val="16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59000">
              <a:srgbClr val="5234A9">
                <a:alpha val="100000"/>
              </a:srgbClr>
            </a:gs>
            <a:gs pos="100000">
              <a:srgbClr val="400AD4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-15952" y="5739163"/>
            <a:ext cx="18303952" cy="3551"/>
          </a:xfrm>
          <a:prstGeom prst="line">
            <a:avLst/>
          </a:prstGeom>
          <a:ln w="38100" cap="flat">
            <a:solidFill>
              <a:srgbClr val="9B6A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C523BC39-01D2-FF48-9ACE-AE3CF70E40EF}"/>
              </a:ext>
            </a:extLst>
          </p:cNvPr>
          <p:cNvGrpSpPr/>
          <p:nvPr/>
        </p:nvGrpSpPr>
        <p:grpSpPr>
          <a:xfrm>
            <a:off x="466600" y="4061265"/>
            <a:ext cx="1858941" cy="1044541"/>
            <a:chOff x="466600" y="4061265"/>
            <a:chExt cx="1858941" cy="1044541"/>
          </a:xfrm>
        </p:grpSpPr>
        <p:sp>
          <p:nvSpPr>
            <p:cNvPr id="7" name="Freeform 7"/>
            <p:cNvSpPr/>
            <p:nvPr/>
          </p:nvSpPr>
          <p:spPr>
            <a:xfrm>
              <a:off x="466600" y="4211188"/>
              <a:ext cx="1858941" cy="791385"/>
            </a:xfrm>
            <a:custGeom>
              <a:avLst/>
              <a:gdLst/>
              <a:ahLst/>
              <a:cxnLst/>
              <a:rect l="l" t="t" r="r" b="b"/>
              <a:pathLst>
                <a:path w="489598" h="208431">
                  <a:moveTo>
                    <a:pt x="104215" y="0"/>
                  </a:moveTo>
                  <a:lnTo>
                    <a:pt x="385382" y="0"/>
                  </a:lnTo>
                  <a:cubicBezTo>
                    <a:pt x="442939" y="0"/>
                    <a:pt x="489598" y="46659"/>
                    <a:pt x="489598" y="104215"/>
                  </a:cubicBezTo>
                  <a:lnTo>
                    <a:pt x="489598" y="104215"/>
                  </a:lnTo>
                  <a:cubicBezTo>
                    <a:pt x="489598" y="161772"/>
                    <a:pt x="442939" y="208431"/>
                    <a:pt x="385382" y="208431"/>
                  </a:cubicBezTo>
                  <a:lnTo>
                    <a:pt x="104215" y="208431"/>
                  </a:lnTo>
                  <a:cubicBezTo>
                    <a:pt x="46659" y="208431"/>
                    <a:pt x="0" y="161772"/>
                    <a:pt x="0" y="104215"/>
                  </a:cubicBezTo>
                  <a:lnTo>
                    <a:pt x="0" y="104215"/>
                  </a:lnTo>
                  <a:cubicBezTo>
                    <a:pt x="0" y="46659"/>
                    <a:pt x="46659" y="0"/>
                    <a:pt x="104215" y="0"/>
                  </a:cubicBezTo>
                  <a:close/>
                </a:path>
              </a:pathLst>
            </a:custGeom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466600" y="4061265"/>
              <a:ext cx="1858941" cy="10445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200"/>
                </a:lnSpc>
              </a:pPr>
              <a:r>
                <a:rPr lang="en-US" sz="3000" dirty="0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STEP 1</a:t>
              </a:r>
            </a:p>
          </p:txBody>
        </p:sp>
      </p:grpSp>
      <p:sp>
        <p:nvSpPr>
          <p:cNvPr id="13" name="Freeform 13"/>
          <p:cNvSpPr/>
          <p:nvPr/>
        </p:nvSpPr>
        <p:spPr>
          <a:xfrm>
            <a:off x="4594254" y="4233482"/>
            <a:ext cx="1858941" cy="791385"/>
          </a:xfrm>
          <a:custGeom>
            <a:avLst/>
            <a:gdLst/>
            <a:ahLst/>
            <a:cxnLst/>
            <a:rect l="l" t="t" r="r" b="b"/>
            <a:pathLst>
              <a:path w="489598" h="208431">
                <a:moveTo>
                  <a:pt x="104215" y="0"/>
                </a:moveTo>
                <a:lnTo>
                  <a:pt x="385382" y="0"/>
                </a:lnTo>
                <a:cubicBezTo>
                  <a:pt x="442939" y="0"/>
                  <a:pt x="489598" y="46659"/>
                  <a:pt x="489598" y="104215"/>
                </a:cubicBezTo>
                <a:lnTo>
                  <a:pt x="489598" y="104215"/>
                </a:lnTo>
                <a:cubicBezTo>
                  <a:pt x="489598" y="161772"/>
                  <a:pt x="442939" y="208431"/>
                  <a:pt x="385382" y="208431"/>
                </a:cubicBezTo>
                <a:lnTo>
                  <a:pt x="104215" y="208431"/>
                </a:lnTo>
                <a:cubicBezTo>
                  <a:pt x="46659" y="208431"/>
                  <a:pt x="0" y="161772"/>
                  <a:pt x="0" y="104215"/>
                </a:cubicBezTo>
                <a:lnTo>
                  <a:pt x="0" y="104215"/>
                </a:lnTo>
                <a:cubicBezTo>
                  <a:pt x="0" y="46659"/>
                  <a:pt x="46659" y="0"/>
                  <a:pt x="104215" y="0"/>
                </a:cubicBezTo>
                <a:close/>
              </a:path>
            </a:pathLst>
          </a:custGeom>
          <a:ln w="19050" cap="rnd">
            <a:solidFill>
              <a:srgbClr val="FFFFFF"/>
            </a:solidFill>
            <a:prstDash val="solid"/>
            <a:round/>
          </a:ln>
        </p:spPr>
      </p:sp>
      <p:sp>
        <p:nvSpPr>
          <p:cNvPr id="14" name="TextBox 14"/>
          <p:cNvSpPr txBox="1"/>
          <p:nvPr/>
        </p:nvSpPr>
        <p:spPr>
          <a:xfrm>
            <a:off x="4565110" y="4098618"/>
            <a:ext cx="1858941" cy="1044541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4200"/>
              </a:lnSpc>
            </a:pPr>
            <a:r>
              <a:rPr lang="en-US" sz="30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STEP 2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ECB48568-4114-14CD-F288-E5DF5351E897}"/>
              </a:ext>
            </a:extLst>
          </p:cNvPr>
          <p:cNvGrpSpPr/>
          <p:nvPr/>
        </p:nvGrpSpPr>
        <p:grpSpPr>
          <a:xfrm>
            <a:off x="8404339" y="4061265"/>
            <a:ext cx="1858941" cy="1044541"/>
            <a:chOff x="8693097" y="4121219"/>
            <a:chExt cx="1858941" cy="1044541"/>
          </a:xfrm>
        </p:grpSpPr>
        <p:sp>
          <p:nvSpPr>
            <p:cNvPr id="19" name="Freeform 19"/>
            <p:cNvSpPr/>
            <p:nvPr/>
          </p:nvSpPr>
          <p:spPr>
            <a:xfrm>
              <a:off x="8693097" y="4256391"/>
              <a:ext cx="1858941" cy="791385"/>
            </a:xfrm>
            <a:custGeom>
              <a:avLst/>
              <a:gdLst/>
              <a:ahLst/>
              <a:cxnLst/>
              <a:rect l="l" t="t" r="r" b="b"/>
              <a:pathLst>
                <a:path w="489598" h="208431">
                  <a:moveTo>
                    <a:pt x="104215" y="0"/>
                  </a:moveTo>
                  <a:lnTo>
                    <a:pt x="385382" y="0"/>
                  </a:lnTo>
                  <a:cubicBezTo>
                    <a:pt x="442939" y="0"/>
                    <a:pt x="489598" y="46659"/>
                    <a:pt x="489598" y="104215"/>
                  </a:cubicBezTo>
                  <a:lnTo>
                    <a:pt x="489598" y="104215"/>
                  </a:lnTo>
                  <a:cubicBezTo>
                    <a:pt x="489598" y="161772"/>
                    <a:pt x="442939" y="208431"/>
                    <a:pt x="385382" y="208431"/>
                  </a:cubicBezTo>
                  <a:lnTo>
                    <a:pt x="104215" y="208431"/>
                  </a:lnTo>
                  <a:cubicBezTo>
                    <a:pt x="46659" y="208431"/>
                    <a:pt x="0" y="161772"/>
                    <a:pt x="0" y="104215"/>
                  </a:cubicBezTo>
                  <a:lnTo>
                    <a:pt x="0" y="104215"/>
                  </a:lnTo>
                  <a:cubicBezTo>
                    <a:pt x="0" y="46659"/>
                    <a:pt x="46659" y="0"/>
                    <a:pt x="104215" y="0"/>
                  </a:cubicBezTo>
                  <a:close/>
                </a:path>
              </a:pathLst>
            </a:custGeom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693097" y="4121219"/>
              <a:ext cx="1858941" cy="10445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200"/>
                </a:lnSpc>
              </a:pPr>
              <a:r>
                <a:rPr lang="en-US" sz="3000" dirty="0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STEP 3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761C6C0D-3712-8F0B-15CD-014A65389FF5}"/>
              </a:ext>
            </a:extLst>
          </p:cNvPr>
          <p:cNvGrpSpPr/>
          <p:nvPr/>
        </p:nvGrpSpPr>
        <p:grpSpPr>
          <a:xfrm>
            <a:off x="11982651" y="3983046"/>
            <a:ext cx="1858941" cy="1044541"/>
            <a:chOff x="12408136" y="4114325"/>
            <a:chExt cx="1858941" cy="1044541"/>
          </a:xfrm>
        </p:grpSpPr>
        <p:sp>
          <p:nvSpPr>
            <p:cNvPr id="25" name="Freeform 25"/>
            <p:cNvSpPr/>
            <p:nvPr/>
          </p:nvSpPr>
          <p:spPr>
            <a:xfrm>
              <a:off x="12408136" y="4264245"/>
              <a:ext cx="1858941" cy="791385"/>
            </a:xfrm>
            <a:custGeom>
              <a:avLst/>
              <a:gdLst/>
              <a:ahLst/>
              <a:cxnLst/>
              <a:rect l="l" t="t" r="r" b="b"/>
              <a:pathLst>
                <a:path w="489598" h="208431">
                  <a:moveTo>
                    <a:pt x="104215" y="0"/>
                  </a:moveTo>
                  <a:lnTo>
                    <a:pt x="385382" y="0"/>
                  </a:lnTo>
                  <a:cubicBezTo>
                    <a:pt x="442939" y="0"/>
                    <a:pt x="489598" y="46659"/>
                    <a:pt x="489598" y="104215"/>
                  </a:cubicBezTo>
                  <a:lnTo>
                    <a:pt x="489598" y="104215"/>
                  </a:lnTo>
                  <a:cubicBezTo>
                    <a:pt x="489598" y="161772"/>
                    <a:pt x="442939" y="208431"/>
                    <a:pt x="385382" y="208431"/>
                  </a:cubicBezTo>
                  <a:lnTo>
                    <a:pt x="104215" y="208431"/>
                  </a:lnTo>
                  <a:cubicBezTo>
                    <a:pt x="46659" y="208431"/>
                    <a:pt x="0" y="161772"/>
                    <a:pt x="0" y="104215"/>
                  </a:cubicBezTo>
                  <a:lnTo>
                    <a:pt x="0" y="104215"/>
                  </a:lnTo>
                  <a:cubicBezTo>
                    <a:pt x="0" y="46659"/>
                    <a:pt x="46659" y="0"/>
                    <a:pt x="104215" y="0"/>
                  </a:cubicBezTo>
                  <a:close/>
                </a:path>
              </a:pathLst>
            </a:custGeom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2408136" y="4114325"/>
              <a:ext cx="1858941" cy="10445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200"/>
                </a:lnSpc>
              </a:pPr>
              <a:r>
                <a:rPr lang="en-US" sz="3000" dirty="0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STEP 4</a:t>
              </a: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637378" y="6488279"/>
            <a:ext cx="2048321" cy="422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lang="en-IN" sz="3000" dirty="0">
                <a:solidFill>
                  <a:schemeClr val="bg1"/>
                </a:solidFill>
                <a:latin typeface="DM Sans Bold" charset="0"/>
              </a:rPr>
              <a:t>User Input</a:t>
            </a:r>
            <a:endParaRPr lang="en-US" sz="3000" b="1" dirty="0">
              <a:solidFill>
                <a:schemeClr val="bg1"/>
              </a:solidFill>
              <a:latin typeface="DM Sans Bold" charset="0"/>
              <a:ea typeface="DM Sans Bold"/>
              <a:cs typeface="DM Sans Bold"/>
              <a:sym typeface="DM Sans Bold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41108" y="7155030"/>
            <a:ext cx="3270372" cy="31175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99"/>
              </a:lnSpc>
            </a:pPr>
            <a:r>
              <a:rPr lang="en-US" sz="2400" b="1" dirty="0">
                <a:solidFill>
                  <a:srgbClr val="9B6AFF"/>
                </a:solidFill>
                <a:latin typeface="DM Sans" pitchFamily="2" charset="0"/>
              </a:rPr>
              <a:t>User enters age, </a:t>
            </a:r>
            <a:r>
              <a:rPr lang="en-US" sz="2400" b="1" dirty="0" err="1">
                <a:solidFill>
                  <a:srgbClr val="9B6AFF"/>
                </a:solidFill>
                <a:latin typeface="DM Sans" pitchFamily="2" charset="0"/>
              </a:rPr>
              <a:t>education,occupation</a:t>
            </a:r>
            <a:r>
              <a:rPr lang="en-US" sz="2400" b="1" dirty="0">
                <a:solidFill>
                  <a:srgbClr val="9B6AFF"/>
                </a:solidFill>
                <a:latin typeface="DM Sans" pitchFamily="2" charset="0"/>
              </a:rPr>
              <a:t>, </a:t>
            </a:r>
            <a:r>
              <a:rPr lang="en-US" sz="2400" b="1" dirty="0" err="1">
                <a:solidFill>
                  <a:srgbClr val="9B6AFF"/>
                </a:solidFill>
                <a:latin typeface="DM Sans" pitchFamily="2" charset="0"/>
              </a:rPr>
              <a:t>workclass</a:t>
            </a:r>
            <a:r>
              <a:rPr lang="en-US" sz="2400" b="1" dirty="0">
                <a:solidFill>
                  <a:srgbClr val="9B6AFF"/>
                </a:solidFill>
                <a:latin typeface="DM Sans" pitchFamily="2" charset="0"/>
              </a:rPr>
              <a:t>, and hours-per-week</a:t>
            </a:r>
          </a:p>
          <a:p>
            <a:pPr>
              <a:lnSpc>
                <a:spcPts val="3499"/>
              </a:lnSpc>
            </a:pPr>
            <a:br>
              <a:rPr lang="en-US" sz="2400" b="1" dirty="0">
                <a:solidFill>
                  <a:srgbClr val="9B6AFF"/>
                </a:solidFill>
                <a:latin typeface="DM Sans" pitchFamily="2" charset="0"/>
              </a:rPr>
            </a:br>
            <a:r>
              <a:rPr lang="en-US" sz="2400" b="1" dirty="0">
                <a:solidFill>
                  <a:srgbClr val="9B6AFF"/>
                </a:solidFill>
                <a:latin typeface="DM Sans" pitchFamily="2" charset="0"/>
              </a:rPr>
              <a:t>Data entered through </a:t>
            </a:r>
            <a:r>
              <a:rPr lang="en-US" sz="2400" b="1" dirty="0" err="1">
                <a:solidFill>
                  <a:srgbClr val="9B6AFF"/>
                </a:solidFill>
                <a:latin typeface="DM Sans" pitchFamily="2" charset="0"/>
              </a:rPr>
              <a:t>Streamlit</a:t>
            </a:r>
            <a:r>
              <a:rPr lang="en-US" sz="2400" b="1" dirty="0">
                <a:solidFill>
                  <a:srgbClr val="9B6AFF"/>
                </a:solidFill>
                <a:latin typeface="DM Sans" pitchFamily="2" charset="0"/>
              </a:rPr>
              <a:t> interface</a:t>
            </a:r>
            <a:endParaRPr lang="en-US" sz="2400" b="1" dirty="0">
              <a:solidFill>
                <a:srgbClr val="9B6AFF"/>
              </a:solidFill>
              <a:latin typeface="DM Sans" pitchFamily="2" charset="0"/>
              <a:ea typeface="DM Sans"/>
              <a:cs typeface="DM Sans"/>
              <a:sym typeface="DM Sans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3977386" y="6534193"/>
            <a:ext cx="2998720" cy="4176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lang="en-US" sz="3000" b="1" dirty="0" err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Preprocesssing</a:t>
            </a:r>
            <a:endParaRPr lang="en-US" sz="3000" b="1" dirty="0">
              <a:solidFill>
                <a:srgbClr val="FFFFFF"/>
              </a:solidFill>
              <a:latin typeface="DM Sans Bold"/>
              <a:ea typeface="DM Sans Bold"/>
              <a:cs typeface="DM Sans Bold"/>
              <a:sym typeface="DM Sans Bold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3977386" y="7177631"/>
            <a:ext cx="3417841" cy="35664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99"/>
              </a:lnSpc>
            </a:pPr>
            <a:r>
              <a:rPr lang="en-US" sz="2400" b="1" dirty="0">
                <a:solidFill>
                  <a:srgbClr val="9B6AFF"/>
                </a:solidFill>
                <a:latin typeface="DM Sans" pitchFamily="2" charset="0"/>
              </a:rPr>
              <a:t>Encoding categorical variables &amp; Scaling numerical features</a:t>
            </a:r>
          </a:p>
          <a:p>
            <a:pPr>
              <a:lnSpc>
                <a:spcPts val="3499"/>
              </a:lnSpc>
            </a:pPr>
            <a:endParaRPr lang="en-US" sz="2400" b="1" dirty="0">
              <a:solidFill>
                <a:srgbClr val="9B6AFF"/>
              </a:solidFill>
              <a:latin typeface="DM Sans" pitchFamily="2" charset="0"/>
            </a:endParaRPr>
          </a:p>
          <a:p>
            <a:pPr>
              <a:lnSpc>
                <a:spcPts val="3499"/>
              </a:lnSpc>
            </a:pPr>
            <a:br>
              <a:rPr lang="en-US" sz="2400" b="1" dirty="0">
                <a:solidFill>
                  <a:srgbClr val="9B6AFF"/>
                </a:solidFill>
                <a:latin typeface="DM Sans" pitchFamily="2" charset="0"/>
              </a:rPr>
            </a:br>
            <a:r>
              <a:rPr lang="en-US" sz="2400" b="1" dirty="0">
                <a:solidFill>
                  <a:srgbClr val="9B6AFF"/>
                </a:solidFill>
                <a:latin typeface="DM Sans" pitchFamily="2" charset="0"/>
              </a:rPr>
              <a:t>Preparing input for model prediction</a:t>
            </a:r>
          </a:p>
          <a:p>
            <a:pPr>
              <a:lnSpc>
                <a:spcPts val="3499"/>
              </a:lnSpc>
            </a:pPr>
            <a:endParaRPr lang="en-US" sz="2400" b="1" dirty="0">
              <a:solidFill>
                <a:srgbClr val="9B6AFF"/>
              </a:solidFill>
              <a:latin typeface="DM Sans" pitchFamily="2" charset="0"/>
              <a:ea typeface="DM Sans"/>
              <a:cs typeface="DM Sans"/>
              <a:sym typeface="DM Sans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8093798" y="6564450"/>
            <a:ext cx="2998720" cy="4176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lang="en-US" sz="3000" b="1" dirty="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Data Balancing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884153" y="7200232"/>
            <a:ext cx="3240861" cy="35664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499"/>
              </a:lnSpc>
            </a:pPr>
            <a:r>
              <a:rPr lang="en-US" sz="2400" b="1" dirty="0">
                <a:solidFill>
                  <a:srgbClr val="9B6AFF"/>
                </a:solidFill>
                <a:latin typeface="DM Sans" pitchFamily="2" charset="0"/>
              </a:rPr>
              <a:t>Dataset balanced using SMOTE</a:t>
            </a:r>
          </a:p>
          <a:p>
            <a:pPr>
              <a:lnSpc>
                <a:spcPts val="3499"/>
              </a:lnSpc>
            </a:pPr>
            <a:endParaRPr lang="en-US" sz="2400" b="1" dirty="0">
              <a:solidFill>
                <a:srgbClr val="9B6AFF"/>
              </a:solidFill>
              <a:latin typeface="DM Sans" pitchFamily="2" charset="0"/>
            </a:endParaRPr>
          </a:p>
          <a:p>
            <a:pPr>
              <a:lnSpc>
                <a:spcPts val="3499"/>
              </a:lnSpc>
            </a:pPr>
            <a:br>
              <a:rPr lang="en-US" sz="2400" b="1" dirty="0">
                <a:solidFill>
                  <a:srgbClr val="9B6AFF"/>
                </a:solidFill>
                <a:latin typeface="DM Sans" pitchFamily="2" charset="0"/>
              </a:rPr>
            </a:br>
            <a:r>
              <a:rPr lang="en-US" sz="2400" b="1" dirty="0">
                <a:solidFill>
                  <a:srgbClr val="9B6AFF"/>
                </a:solidFill>
                <a:latin typeface="DM Sans" pitchFamily="2" charset="0"/>
              </a:rPr>
              <a:t>Ensures equal representation of salary classes</a:t>
            </a:r>
          </a:p>
          <a:p>
            <a:pPr>
              <a:lnSpc>
                <a:spcPts val="3499"/>
              </a:lnSpc>
            </a:pPr>
            <a:endParaRPr lang="en-US" sz="2400" b="1" dirty="0">
              <a:solidFill>
                <a:srgbClr val="9B6AFF"/>
              </a:solidFill>
              <a:latin typeface="DM Sans" pitchFamily="2" charset="0"/>
              <a:ea typeface="DM Sans"/>
              <a:cs typeface="DM Sans"/>
              <a:sym typeface="DM Sans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11724430" y="6556084"/>
            <a:ext cx="2998720" cy="4176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lang="en-US" sz="3000" b="1" dirty="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Model training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613940" y="7222834"/>
            <a:ext cx="3240861" cy="311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499"/>
              </a:lnSpc>
            </a:pPr>
            <a:r>
              <a:rPr lang="en-US" sz="2400" b="1" dirty="0">
                <a:solidFill>
                  <a:srgbClr val="9B6AFF"/>
                </a:solidFill>
                <a:latin typeface="DM Sans" pitchFamily="2" charset="0"/>
              </a:rPr>
              <a:t>Gradient Boosting model selected</a:t>
            </a:r>
          </a:p>
          <a:p>
            <a:pPr>
              <a:lnSpc>
                <a:spcPts val="3499"/>
              </a:lnSpc>
            </a:pPr>
            <a:endParaRPr lang="en-US" sz="2400" b="1" dirty="0">
              <a:solidFill>
                <a:srgbClr val="9B6AFF"/>
              </a:solidFill>
              <a:latin typeface="DM Sans" pitchFamily="2" charset="0"/>
            </a:endParaRPr>
          </a:p>
          <a:p>
            <a:pPr>
              <a:lnSpc>
                <a:spcPts val="3499"/>
              </a:lnSpc>
            </a:pPr>
            <a:br>
              <a:rPr lang="en-US" sz="2400" b="1" dirty="0">
                <a:solidFill>
                  <a:srgbClr val="9B6AFF"/>
                </a:solidFill>
                <a:latin typeface="DM Sans" pitchFamily="2" charset="0"/>
              </a:rPr>
            </a:br>
            <a:r>
              <a:rPr lang="en-US" sz="2400" b="1" dirty="0">
                <a:solidFill>
                  <a:srgbClr val="9B6AFF"/>
                </a:solidFill>
                <a:latin typeface="DM Sans" pitchFamily="2" charset="0"/>
              </a:rPr>
              <a:t>Trained on balanced dataset</a:t>
            </a:r>
          </a:p>
          <a:p>
            <a:pPr>
              <a:lnSpc>
                <a:spcPts val="3499"/>
              </a:lnSpc>
            </a:pPr>
            <a:endParaRPr lang="en-US" sz="2400" b="1" dirty="0">
              <a:solidFill>
                <a:srgbClr val="9B6AFF"/>
              </a:solidFill>
              <a:latin typeface="DM Sans" pitchFamily="2" charset="0"/>
              <a:ea typeface="DM Sans"/>
              <a:cs typeface="DM Sans"/>
              <a:sym typeface="DM Sans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4505017" y="1766545"/>
            <a:ext cx="9277965" cy="19780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919"/>
              </a:lnSpc>
              <a:spcBef>
                <a:spcPct val="0"/>
              </a:spcBef>
            </a:pPr>
            <a:r>
              <a:rPr lang="en-US" sz="2800" dirty="0">
                <a:solidFill>
                  <a:srgbClr val="9B6AFF"/>
                </a:solidFill>
              </a:rPr>
              <a:t>A structured workflow illustrating how user input is processed through the machine learning pipeline to generate salary predictions.</a:t>
            </a:r>
          </a:p>
          <a:p>
            <a:pPr algn="just">
              <a:lnSpc>
                <a:spcPts val="3919"/>
              </a:lnSpc>
              <a:spcBef>
                <a:spcPct val="0"/>
              </a:spcBef>
            </a:pPr>
            <a:endParaRPr lang="en-US" sz="2799" dirty="0">
              <a:solidFill>
                <a:srgbClr val="9B6A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5" name="Flowchart: Off-page Connector 34">
            <a:extLst>
              <a:ext uri="{FF2B5EF4-FFF2-40B4-BE49-F238E27FC236}">
                <a16:creationId xmlns:a16="http://schemas.microsoft.com/office/drawing/2014/main" id="{79497C98-640D-1882-5A7B-E01DC089E5F1}"/>
              </a:ext>
            </a:extLst>
          </p:cNvPr>
          <p:cNvSpPr/>
          <p:nvPr/>
        </p:nvSpPr>
        <p:spPr>
          <a:xfrm rot="16200000">
            <a:off x="1092413" y="4708986"/>
            <a:ext cx="860425" cy="2048321"/>
          </a:xfrm>
          <a:prstGeom prst="flowChartOffpageConnector">
            <a:avLst/>
          </a:prstGeom>
          <a:solidFill>
            <a:srgbClr val="9B6A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Flowchart: Off-page Connector 36">
            <a:extLst>
              <a:ext uri="{FF2B5EF4-FFF2-40B4-BE49-F238E27FC236}">
                <a16:creationId xmlns:a16="http://schemas.microsoft.com/office/drawing/2014/main" id="{82DCC726-C4D3-B1B4-E5F3-0BE626C69C26}"/>
              </a:ext>
            </a:extLst>
          </p:cNvPr>
          <p:cNvSpPr/>
          <p:nvPr/>
        </p:nvSpPr>
        <p:spPr>
          <a:xfrm rot="16200000">
            <a:off x="5271143" y="4736029"/>
            <a:ext cx="860425" cy="2048321"/>
          </a:xfrm>
          <a:prstGeom prst="flowChartOffpageConnector">
            <a:avLst/>
          </a:prstGeom>
          <a:solidFill>
            <a:srgbClr val="9B6A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Flowchart: Off-page Connector 37">
            <a:extLst>
              <a:ext uri="{FF2B5EF4-FFF2-40B4-BE49-F238E27FC236}">
                <a16:creationId xmlns:a16="http://schemas.microsoft.com/office/drawing/2014/main" id="{6BCBA792-1517-439F-9583-7D4ACB9799AB}"/>
              </a:ext>
            </a:extLst>
          </p:cNvPr>
          <p:cNvSpPr/>
          <p:nvPr/>
        </p:nvSpPr>
        <p:spPr>
          <a:xfrm rot="16200000">
            <a:off x="9007404" y="4719795"/>
            <a:ext cx="860425" cy="2048321"/>
          </a:xfrm>
          <a:prstGeom prst="flowChartOffpageConnector">
            <a:avLst/>
          </a:prstGeom>
          <a:solidFill>
            <a:srgbClr val="9B6A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Flowchart: Off-page Connector 38">
            <a:extLst>
              <a:ext uri="{FF2B5EF4-FFF2-40B4-BE49-F238E27FC236}">
                <a16:creationId xmlns:a16="http://schemas.microsoft.com/office/drawing/2014/main" id="{41AA3929-0505-2581-7282-748A99EA0A37}"/>
              </a:ext>
            </a:extLst>
          </p:cNvPr>
          <p:cNvSpPr/>
          <p:nvPr/>
        </p:nvSpPr>
        <p:spPr>
          <a:xfrm rot="16200000">
            <a:off x="12684668" y="4718675"/>
            <a:ext cx="860425" cy="2048321"/>
          </a:xfrm>
          <a:prstGeom prst="flowChartOffpageConnector">
            <a:avLst/>
          </a:prstGeom>
          <a:solidFill>
            <a:srgbClr val="9B6A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F671E81B-A73C-E9EF-5B5C-CB06B959B1C0}"/>
              </a:ext>
            </a:extLst>
          </p:cNvPr>
          <p:cNvGrpSpPr/>
          <p:nvPr/>
        </p:nvGrpSpPr>
        <p:grpSpPr>
          <a:xfrm>
            <a:off x="15392615" y="3935419"/>
            <a:ext cx="1858941" cy="1044541"/>
            <a:chOff x="12408136" y="4114325"/>
            <a:chExt cx="1858941" cy="1044541"/>
          </a:xfrm>
        </p:grpSpPr>
        <p:sp>
          <p:nvSpPr>
            <p:cNvPr id="44" name="Freeform 25">
              <a:extLst>
                <a:ext uri="{FF2B5EF4-FFF2-40B4-BE49-F238E27FC236}">
                  <a16:creationId xmlns:a16="http://schemas.microsoft.com/office/drawing/2014/main" id="{5044258E-66E2-46B1-6DA8-2F3073A390BB}"/>
                </a:ext>
              </a:extLst>
            </p:cNvPr>
            <p:cNvSpPr/>
            <p:nvPr/>
          </p:nvSpPr>
          <p:spPr>
            <a:xfrm>
              <a:off x="12408136" y="4264245"/>
              <a:ext cx="1858941" cy="791385"/>
            </a:xfrm>
            <a:custGeom>
              <a:avLst/>
              <a:gdLst/>
              <a:ahLst/>
              <a:cxnLst/>
              <a:rect l="l" t="t" r="r" b="b"/>
              <a:pathLst>
                <a:path w="489598" h="208431">
                  <a:moveTo>
                    <a:pt x="104215" y="0"/>
                  </a:moveTo>
                  <a:lnTo>
                    <a:pt x="385382" y="0"/>
                  </a:lnTo>
                  <a:cubicBezTo>
                    <a:pt x="442939" y="0"/>
                    <a:pt x="489598" y="46659"/>
                    <a:pt x="489598" y="104215"/>
                  </a:cubicBezTo>
                  <a:lnTo>
                    <a:pt x="489598" y="104215"/>
                  </a:lnTo>
                  <a:cubicBezTo>
                    <a:pt x="489598" y="161772"/>
                    <a:pt x="442939" y="208431"/>
                    <a:pt x="385382" y="208431"/>
                  </a:cubicBezTo>
                  <a:lnTo>
                    <a:pt x="104215" y="208431"/>
                  </a:lnTo>
                  <a:cubicBezTo>
                    <a:pt x="46659" y="208431"/>
                    <a:pt x="0" y="161772"/>
                    <a:pt x="0" y="104215"/>
                  </a:cubicBezTo>
                  <a:lnTo>
                    <a:pt x="0" y="104215"/>
                  </a:lnTo>
                  <a:cubicBezTo>
                    <a:pt x="0" y="46659"/>
                    <a:pt x="46659" y="0"/>
                    <a:pt x="104215" y="0"/>
                  </a:cubicBezTo>
                  <a:close/>
                </a:path>
              </a:pathLst>
            </a:custGeom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45" name="TextBox 26">
              <a:extLst>
                <a:ext uri="{FF2B5EF4-FFF2-40B4-BE49-F238E27FC236}">
                  <a16:creationId xmlns:a16="http://schemas.microsoft.com/office/drawing/2014/main" id="{34BDEEF1-C9B5-174E-7227-9EDE4ED8856A}"/>
                </a:ext>
              </a:extLst>
            </p:cNvPr>
            <p:cNvSpPr txBox="1"/>
            <p:nvPr/>
          </p:nvSpPr>
          <p:spPr>
            <a:xfrm>
              <a:off x="12408136" y="4114325"/>
              <a:ext cx="1858941" cy="10445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200"/>
                </a:lnSpc>
              </a:pPr>
              <a:r>
                <a:rPr lang="en-US" sz="3000" dirty="0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STEP 5</a:t>
              </a:r>
            </a:p>
          </p:txBody>
        </p:sp>
      </p:grpSp>
      <p:sp>
        <p:nvSpPr>
          <p:cNvPr id="46" name="TextBox 33">
            <a:extLst>
              <a:ext uri="{FF2B5EF4-FFF2-40B4-BE49-F238E27FC236}">
                <a16:creationId xmlns:a16="http://schemas.microsoft.com/office/drawing/2014/main" id="{7D00D118-F796-56B1-99B1-69937E6CCBB4}"/>
              </a:ext>
            </a:extLst>
          </p:cNvPr>
          <p:cNvSpPr txBox="1"/>
          <p:nvPr/>
        </p:nvSpPr>
        <p:spPr>
          <a:xfrm>
            <a:off x="14751726" y="6540018"/>
            <a:ext cx="3564849" cy="4176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lang="en-US" sz="3000" b="1" dirty="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Prediction Output</a:t>
            </a:r>
          </a:p>
        </p:txBody>
      </p:sp>
      <p:sp>
        <p:nvSpPr>
          <p:cNvPr id="47" name="TextBox 34">
            <a:extLst>
              <a:ext uri="{FF2B5EF4-FFF2-40B4-BE49-F238E27FC236}">
                <a16:creationId xmlns:a16="http://schemas.microsoft.com/office/drawing/2014/main" id="{772A7EB9-E213-8330-D601-F3BB6555E33D}"/>
              </a:ext>
            </a:extLst>
          </p:cNvPr>
          <p:cNvSpPr txBox="1"/>
          <p:nvPr/>
        </p:nvSpPr>
        <p:spPr>
          <a:xfrm>
            <a:off x="15023904" y="7175207"/>
            <a:ext cx="3240861" cy="311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499"/>
              </a:lnSpc>
            </a:pPr>
            <a:r>
              <a:rPr lang="en-US" sz="2400" b="1" dirty="0">
                <a:solidFill>
                  <a:srgbClr val="9B6AFF"/>
                </a:solidFill>
                <a:latin typeface="DM Sans" pitchFamily="2" charset="0"/>
              </a:rPr>
              <a:t> System predicts: ≤50K or &gt;50K Displays confidence score</a:t>
            </a:r>
          </a:p>
          <a:p>
            <a:pPr>
              <a:lnSpc>
                <a:spcPts val="3499"/>
              </a:lnSpc>
            </a:pPr>
            <a:endParaRPr lang="en-US" sz="2400" b="1" dirty="0">
              <a:solidFill>
                <a:srgbClr val="9B6AFF"/>
              </a:solidFill>
              <a:latin typeface="DM Sans" pitchFamily="2" charset="0"/>
            </a:endParaRPr>
          </a:p>
          <a:p>
            <a:pPr>
              <a:lnSpc>
                <a:spcPts val="3499"/>
              </a:lnSpc>
            </a:pPr>
            <a:r>
              <a:rPr lang="en-US" sz="2400" b="1" dirty="0">
                <a:solidFill>
                  <a:srgbClr val="9B6AFF"/>
                </a:solidFill>
                <a:latin typeface="DM Sans" pitchFamily="2" charset="0"/>
              </a:rPr>
              <a:t>Provides fast and real-time results</a:t>
            </a:r>
            <a:endParaRPr lang="en-US" sz="2400" b="1" dirty="0">
              <a:solidFill>
                <a:srgbClr val="9B6AFF"/>
              </a:solidFill>
              <a:latin typeface="DM Sans" pitchFamily="2" charset="0"/>
              <a:ea typeface="DM Sans"/>
              <a:cs typeface="DM Sans"/>
              <a:sym typeface="DM Sans"/>
            </a:endParaRPr>
          </a:p>
        </p:txBody>
      </p:sp>
      <p:sp>
        <p:nvSpPr>
          <p:cNvPr id="48" name="Flowchart: Off-page Connector 47">
            <a:extLst>
              <a:ext uri="{FF2B5EF4-FFF2-40B4-BE49-F238E27FC236}">
                <a16:creationId xmlns:a16="http://schemas.microsoft.com/office/drawing/2014/main" id="{6D58C090-992C-7138-15B8-D0548517A380}"/>
              </a:ext>
            </a:extLst>
          </p:cNvPr>
          <p:cNvSpPr/>
          <p:nvPr/>
        </p:nvSpPr>
        <p:spPr>
          <a:xfrm rot="16200000">
            <a:off x="16094632" y="4716312"/>
            <a:ext cx="860425" cy="2048321"/>
          </a:xfrm>
          <a:prstGeom prst="flowChartOffpageConnector">
            <a:avLst/>
          </a:prstGeom>
          <a:solidFill>
            <a:srgbClr val="9B6A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5C5FCDE-61DC-9941-1969-6ED9525E680F}"/>
              </a:ext>
            </a:extLst>
          </p:cNvPr>
          <p:cNvSpPr txBox="1"/>
          <p:nvPr/>
        </p:nvSpPr>
        <p:spPr>
          <a:xfrm>
            <a:off x="2546786" y="235034"/>
            <a:ext cx="1434831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800" dirty="0">
                <a:solidFill>
                  <a:schemeClr val="bg1"/>
                </a:solidFill>
                <a:latin typeface="DM Sans Bold" charset="0"/>
              </a:rPr>
              <a:t>SYSTEM ARCHITECTURE</a:t>
            </a:r>
          </a:p>
        </p:txBody>
      </p:sp>
      <p:sp>
        <p:nvSpPr>
          <p:cNvPr id="50" name="Freeform 50">
            <a:extLst>
              <a:ext uri="{FF2B5EF4-FFF2-40B4-BE49-F238E27FC236}">
                <a16:creationId xmlns:a16="http://schemas.microsoft.com/office/drawing/2014/main" id="{7A47F184-4162-74C1-46B5-16226F2C3D12}"/>
              </a:ext>
            </a:extLst>
          </p:cNvPr>
          <p:cNvSpPr/>
          <p:nvPr/>
        </p:nvSpPr>
        <p:spPr>
          <a:xfrm>
            <a:off x="157163" y="175094"/>
            <a:ext cx="2300645" cy="2894500"/>
          </a:xfrm>
          <a:custGeom>
            <a:avLst/>
            <a:gdLst/>
            <a:ahLst/>
            <a:cxnLst/>
            <a:rect l="l" t="t" r="r" b="b"/>
            <a:pathLst>
              <a:path w="1252051" h="2007662">
                <a:moveTo>
                  <a:pt x="0" y="0"/>
                </a:moveTo>
                <a:lnTo>
                  <a:pt x="1252051" y="0"/>
                </a:lnTo>
                <a:lnTo>
                  <a:pt x="1252051" y="2007662"/>
                </a:lnTo>
                <a:lnTo>
                  <a:pt x="0" y="20076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effectLst>
            <a:reflection blurRad="6350" stA="52000" endA="300" endPos="35000" dir="5400000" sy="-100000" algn="bl" rotWithShape="0"/>
          </a:effectLst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400AD4">
                <a:alpha val="100000"/>
              </a:srgbClr>
            </a:gs>
            <a:gs pos="50000">
              <a:srgbClr val="5234A9">
                <a:alpha val="100000"/>
              </a:srgbClr>
            </a:gs>
            <a:gs pos="100000">
              <a:srgbClr val="1B1B1B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644A2C-8D7C-0353-9DF7-82AEB5515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48">
            <a:extLst>
              <a:ext uri="{FF2B5EF4-FFF2-40B4-BE49-F238E27FC236}">
                <a16:creationId xmlns:a16="http://schemas.microsoft.com/office/drawing/2014/main" id="{C8DDD07A-D704-375B-46D6-3E0D0CC9BD94}"/>
              </a:ext>
            </a:extLst>
          </p:cNvPr>
          <p:cNvSpPr/>
          <p:nvPr/>
        </p:nvSpPr>
        <p:spPr>
          <a:xfrm rot="5385950">
            <a:off x="9327160" y="1376935"/>
            <a:ext cx="10317873" cy="7533129"/>
          </a:xfrm>
          <a:custGeom>
            <a:avLst/>
            <a:gdLst/>
            <a:ahLst/>
            <a:cxnLst/>
            <a:rect l="l" t="t" r="r" b="b"/>
            <a:pathLst>
              <a:path w="2600238" h="1692519">
                <a:moveTo>
                  <a:pt x="0" y="0"/>
                </a:moveTo>
                <a:lnTo>
                  <a:pt x="2600238" y="0"/>
                </a:lnTo>
                <a:lnTo>
                  <a:pt x="2600238" y="1692519"/>
                </a:lnTo>
                <a:lnTo>
                  <a:pt x="0" y="16925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426F5B8E-B6D0-2127-0778-E5360D2B33C0}"/>
              </a:ext>
            </a:extLst>
          </p:cNvPr>
          <p:cNvSpPr txBox="1"/>
          <p:nvPr/>
        </p:nvSpPr>
        <p:spPr>
          <a:xfrm>
            <a:off x="11577813" y="3179532"/>
            <a:ext cx="6695902" cy="36140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450"/>
              </a:lnSpc>
            </a:pPr>
            <a:r>
              <a:rPr lang="en-IN" sz="7200" dirty="0">
                <a:solidFill>
                  <a:schemeClr val="bg1"/>
                </a:solidFill>
                <a:latin typeface="DM Sans Bold" charset="0"/>
              </a:rPr>
              <a:t>Target Variable Description</a:t>
            </a:r>
            <a:endParaRPr lang="en-US" sz="7200" b="1" dirty="0">
              <a:solidFill>
                <a:schemeClr val="bg1"/>
              </a:solidFill>
              <a:latin typeface="DM Sans Bold" charset="0"/>
              <a:ea typeface="DM Sans"/>
              <a:cs typeface="DM Sans"/>
              <a:sym typeface="DM San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E0FACCA-B49E-2890-6EC0-F251F9AD37A5}"/>
              </a:ext>
            </a:extLst>
          </p:cNvPr>
          <p:cNvSpPr txBox="1"/>
          <p:nvPr/>
        </p:nvSpPr>
        <p:spPr>
          <a:xfrm>
            <a:off x="14285" y="1650236"/>
            <a:ext cx="11920710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🔹 Output Variable</a:t>
            </a:r>
          </a:p>
          <a:p>
            <a:pPr lvl="2"/>
            <a:r>
              <a:rPr lang="en-US" sz="3200" dirty="0">
                <a:solidFill>
                  <a:schemeClr val="bg1"/>
                </a:solidFill>
              </a:rPr>
              <a:t>• The target variable in this project is </a:t>
            </a:r>
            <a:r>
              <a:rPr lang="en-US" sz="3200" b="1" dirty="0">
                <a:solidFill>
                  <a:schemeClr val="bg1"/>
                </a:solidFill>
              </a:rPr>
              <a:t>Salary</a:t>
            </a:r>
            <a:r>
              <a:rPr lang="en-US" sz="3200" dirty="0">
                <a:solidFill>
                  <a:schemeClr val="bg1"/>
                </a:solidFill>
              </a:rPr>
              <a:t>.</a:t>
            </a:r>
            <a:br>
              <a:rPr lang="en-US" sz="3200" dirty="0">
                <a:solidFill>
                  <a:schemeClr val="bg1"/>
                </a:solidFill>
              </a:rPr>
            </a:br>
            <a:r>
              <a:rPr lang="en-US" sz="3200" dirty="0">
                <a:solidFill>
                  <a:schemeClr val="bg1"/>
                </a:solidFill>
              </a:rPr>
              <a:t>• It represents the annual income category of an individual.</a:t>
            </a:r>
          </a:p>
          <a:p>
            <a:pPr lvl="2"/>
            <a:endParaRPr lang="en-US" sz="3200" dirty="0">
              <a:solidFill>
                <a:schemeClr val="bg1"/>
              </a:solidFill>
            </a:endParaRPr>
          </a:p>
          <a:p>
            <a:r>
              <a:rPr lang="en-US" sz="3200" b="1" dirty="0">
                <a:solidFill>
                  <a:schemeClr val="bg1"/>
                </a:solidFill>
              </a:rPr>
              <a:t>🔹 Classification Categories</a:t>
            </a:r>
          </a:p>
          <a:p>
            <a:pPr lvl="2"/>
            <a:r>
              <a:rPr lang="en-US" sz="3200" dirty="0">
                <a:solidFill>
                  <a:schemeClr val="bg1"/>
                </a:solidFill>
              </a:rPr>
              <a:t>• </a:t>
            </a:r>
            <a:r>
              <a:rPr lang="en-US" sz="3200" b="1" dirty="0">
                <a:solidFill>
                  <a:schemeClr val="bg1"/>
                </a:solidFill>
              </a:rPr>
              <a:t>≤50K</a:t>
            </a:r>
            <a:r>
              <a:rPr lang="en-US" sz="3200" dirty="0">
                <a:solidFill>
                  <a:schemeClr val="bg1"/>
                </a:solidFill>
              </a:rPr>
              <a:t> – Low income category</a:t>
            </a:r>
            <a:br>
              <a:rPr lang="en-US" sz="3200" dirty="0">
                <a:solidFill>
                  <a:schemeClr val="bg1"/>
                </a:solidFill>
              </a:rPr>
            </a:br>
            <a:r>
              <a:rPr lang="en-US" sz="3200" dirty="0">
                <a:solidFill>
                  <a:schemeClr val="bg1"/>
                </a:solidFill>
              </a:rPr>
              <a:t>• </a:t>
            </a:r>
            <a:r>
              <a:rPr lang="en-US" sz="3200" b="1" dirty="0">
                <a:solidFill>
                  <a:schemeClr val="bg1"/>
                </a:solidFill>
              </a:rPr>
              <a:t>&gt;50K</a:t>
            </a:r>
            <a:r>
              <a:rPr lang="en-US" sz="3200" dirty="0">
                <a:solidFill>
                  <a:schemeClr val="bg1"/>
                </a:solidFill>
              </a:rPr>
              <a:t> – High income category</a:t>
            </a:r>
          </a:p>
          <a:p>
            <a:endParaRPr lang="en-US" sz="3200" dirty="0">
              <a:solidFill>
                <a:schemeClr val="bg1"/>
              </a:solidFill>
            </a:endParaRPr>
          </a:p>
          <a:p>
            <a:r>
              <a:rPr lang="en-US" sz="3200" b="1" dirty="0">
                <a:solidFill>
                  <a:schemeClr val="bg1"/>
                </a:solidFill>
              </a:rPr>
              <a:t>🔹 Type of Problem</a:t>
            </a:r>
          </a:p>
          <a:p>
            <a:pPr lvl="2"/>
            <a:r>
              <a:rPr lang="en-US" sz="3200" dirty="0">
                <a:solidFill>
                  <a:schemeClr val="bg1"/>
                </a:solidFill>
              </a:rPr>
              <a:t>• Binary Classification problem</a:t>
            </a:r>
            <a:br>
              <a:rPr lang="en-US" sz="3200" dirty="0">
                <a:solidFill>
                  <a:schemeClr val="bg1"/>
                </a:solidFill>
              </a:rPr>
            </a:br>
            <a:r>
              <a:rPr lang="en-US" sz="3200" dirty="0">
                <a:solidFill>
                  <a:schemeClr val="bg1"/>
                </a:solidFill>
              </a:rPr>
              <a:t>• Target encoded as:</a:t>
            </a:r>
            <a:br>
              <a:rPr lang="en-US" sz="3200" dirty="0">
                <a:solidFill>
                  <a:schemeClr val="bg1"/>
                </a:solidFill>
              </a:rPr>
            </a:br>
            <a:r>
              <a:rPr lang="en-US" sz="3200" dirty="0">
                <a:solidFill>
                  <a:schemeClr val="bg1"/>
                </a:solidFill>
              </a:rPr>
              <a:t>– 0 → ≤50K</a:t>
            </a:r>
            <a:br>
              <a:rPr lang="en-US" sz="3200" dirty="0">
                <a:solidFill>
                  <a:schemeClr val="bg1"/>
                </a:solidFill>
              </a:rPr>
            </a:br>
            <a:r>
              <a:rPr lang="en-US" sz="3200" dirty="0">
                <a:solidFill>
                  <a:schemeClr val="bg1"/>
                </a:solidFill>
              </a:rPr>
              <a:t>– 1 → &gt;50K</a:t>
            </a:r>
          </a:p>
          <a:p>
            <a:endParaRPr lang="en-US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63907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50000">
              <a:srgbClr val="5234A9">
                <a:alpha val="100000"/>
              </a:srgbClr>
            </a:gs>
            <a:gs pos="100000">
              <a:srgbClr val="400AD4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0800000">
            <a:off x="7285703" y="-199603"/>
            <a:ext cx="10279626" cy="10597216"/>
          </a:xfrm>
          <a:custGeom>
            <a:avLst/>
            <a:gdLst/>
            <a:ahLst/>
            <a:cxnLst/>
            <a:rect l="l" t="t" r="r" b="b"/>
            <a:pathLst>
              <a:path w="15638093" h="16831607">
                <a:moveTo>
                  <a:pt x="0" y="0"/>
                </a:moveTo>
                <a:lnTo>
                  <a:pt x="15638093" y="0"/>
                </a:lnTo>
                <a:lnTo>
                  <a:pt x="15638093" y="16831606"/>
                </a:lnTo>
                <a:lnTo>
                  <a:pt x="0" y="16831606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>
              <a:alphaModFix amt="5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5" name="Freeform 47">
            <a:extLst>
              <a:ext uri="{FF2B5EF4-FFF2-40B4-BE49-F238E27FC236}">
                <a16:creationId xmlns:a16="http://schemas.microsoft.com/office/drawing/2014/main" id="{DF04AD9B-76A1-F11C-580C-971E8DD6AC42}"/>
              </a:ext>
            </a:extLst>
          </p:cNvPr>
          <p:cNvSpPr/>
          <p:nvPr/>
        </p:nvSpPr>
        <p:spPr>
          <a:xfrm flipV="1">
            <a:off x="-1" y="-44497"/>
            <a:ext cx="6548285" cy="10287001"/>
          </a:xfrm>
          <a:custGeom>
            <a:avLst/>
            <a:gdLst/>
            <a:ahLst/>
            <a:cxnLst/>
            <a:rect l="l" t="t" r="r" b="b"/>
            <a:pathLst>
              <a:path w="1697007" h="2607134">
                <a:moveTo>
                  <a:pt x="0" y="0"/>
                </a:moveTo>
                <a:lnTo>
                  <a:pt x="1697007" y="0"/>
                </a:lnTo>
                <a:lnTo>
                  <a:pt x="1697007" y="2607133"/>
                </a:lnTo>
                <a:lnTo>
                  <a:pt x="0" y="26071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538A98-F025-5CD4-4B65-E30FD6710E8F}"/>
              </a:ext>
            </a:extLst>
          </p:cNvPr>
          <p:cNvSpPr txBox="1"/>
          <p:nvPr/>
        </p:nvSpPr>
        <p:spPr>
          <a:xfrm>
            <a:off x="0" y="2875935"/>
            <a:ext cx="4513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</a:t>
            </a:r>
          </a:p>
        </p:txBody>
      </p:sp>
      <p:sp>
        <p:nvSpPr>
          <p:cNvPr id="8" name="TextBox 9">
            <a:extLst>
              <a:ext uri="{FF2B5EF4-FFF2-40B4-BE49-F238E27FC236}">
                <a16:creationId xmlns:a16="http://schemas.microsoft.com/office/drawing/2014/main" id="{D67872C1-0F4D-44E4-64D7-00F8E0299554}"/>
              </a:ext>
            </a:extLst>
          </p:cNvPr>
          <p:cNvSpPr txBox="1"/>
          <p:nvPr/>
        </p:nvSpPr>
        <p:spPr>
          <a:xfrm>
            <a:off x="152400" y="3367536"/>
            <a:ext cx="6695902" cy="23738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450"/>
              </a:lnSpc>
            </a:pPr>
            <a:r>
              <a:rPr lang="en-US" sz="7200" b="1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FUTURE</a:t>
            </a:r>
          </a:p>
          <a:p>
            <a:pPr>
              <a:lnSpc>
                <a:spcPts val="9450"/>
              </a:lnSpc>
            </a:pPr>
            <a:r>
              <a:rPr lang="en-IN" sz="6600" dirty="0">
                <a:solidFill>
                  <a:schemeClr val="bg1"/>
                </a:solidFill>
                <a:latin typeface="DM Sans Bold" charset="0"/>
              </a:rPr>
              <a:t>ENHANCEMENT</a:t>
            </a:r>
            <a:endParaRPr lang="en-US" sz="6600" b="1" dirty="0">
              <a:solidFill>
                <a:schemeClr val="bg1"/>
              </a:solidFill>
              <a:latin typeface="DM Sans Bold" charset="0"/>
              <a:ea typeface="DM Sans"/>
              <a:cs typeface="DM Sans"/>
              <a:sym typeface="DM San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96F4F4-95D5-9A69-A138-06D2CA146B4C}"/>
              </a:ext>
            </a:extLst>
          </p:cNvPr>
          <p:cNvSpPr txBox="1"/>
          <p:nvPr/>
        </p:nvSpPr>
        <p:spPr>
          <a:xfrm>
            <a:off x="7285703" y="479433"/>
            <a:ext cx="9556954" cy="99411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🔹 Salary Regression Model</a:t>
            </a:r>
          </a:p>
          <a:p>
            <a:pPr lvl="2"/>
            <a:r>
              <a:rPr lang="en-IN" sz="3200" dirty="0">
                <a:solidFill>
                  <a:schemeClr val="bg1"/>
                </a:solidFill>
              </a:rPr>
              <a:t>• Extend the system to predict exact salary amount</a:t>
            </a:r>
            <a:br>
              <a:rPr lang="en-IN" sz="3200" dirty="0">
                <a:solidFill>
                  <a:schemeClr val="bg1"/>
                </a:solidFill>
              </a:rPr>
            </a:br>
            <a:r>
              <a:rPr lang="en-IN" sz="3200" dirty="0">
                <a:solidFill>
                  <a:schemeClr val="bg1"/>
                </a:solidFill>
              </a:rPr>
              <a:t>• Use regression algorithms instead of classification</a:t>
            </a:r>
          </a:p>
          <a:p>
            <a:br>
              <a:rPr lang="en-IN" sz="3200" dirty="0">
                <a:solidFill>
                  <a:schemeClr val="bg1"/>
                </a:solidFill>
              </a:rPr>
            </a:br>
            <a:endParaRPr lang="en-IN" sz="3200" dirty="0">
              <a:solidFill>
                <a:schemeClr val="bg1"/>
              </a:solidFill>
            </a:endParaRPr>
          </a:p>
          <a:p>
            <a:r>
              <a:rPr lang="en-IN" sz="3200" b="1" dirty="0">
                <a:solidFill>
                  <a:schemeClr val="bg1"/>
                </a:solidFill>
              </a:rPr>
              <a:t>🔹 Real-Time Data Integration</a:t>
            </a:r>
          </a:p>
          <a:p>
            <a:pPr lvl="2"/>
            <a:r>
              <a:rPr lang="en-IN" sz="3200" dirty="0">
                <a:solidFill>
                  <a:schemeClr val="bg1"/>
                </a:solidFill>
              </a:rPr>
              <a:t>• Incorporate live job market data</a:t>
            </a:r>
            <a:br>
              <a:rPr lang="en-IN" sz="3200" dirty="0">
                <a:solidFill>
                  <a:schemeClr val="bg1"/>
                </a:solidFill>
              </a:rPr>
            </a:br>
            <a:r>
              <a:rPr lang="en-IN" sz="3200" dirty="0">
                <a:solidFill>
                  <a:schemeClr val="bg1"/>
                </a:solidFill>
              </a:rPr>
              <a:t>• Improve prediction relevance and accuracy</a:t>
            </a:r>
          </a:p>
          <a:p>
            <a:br>
              <a:rPr lang="en-IN" sz="3200" dirty="0">
                <a:solidFill>
                  <a:schemeClr val="bg1"/>
                </a:solidFill>
              </a:rPr>
            </a:br>
            <a:endParaRPr lang="en-IN" sz="3200" dirty="0">
              <a:solidFill>
                <a:schemeClr val="bg1"/>
              </a:solidFill>
            </a:endParaRPr>
          </a:p>
          <a:p>
            <a:r>
              <a:rPr lang="en-IN" sz="3200" b="1" dirty="0">
                <a:solidFill>
                  <a:schemeClr val="bg1"/>
                </a:solidFill>
              </a:rPr>
              <a:t>🔹 Cloud Deployment</a:t>
            </a:r>
          </a:p>
          <a:p>
            <a:pPr lvl="2"/>
            <a:r>
              <a:rPr lang="en-IN" sz="3200" dirty="0">
                <a:solidFill>
                  <a:schemeClr val="bg1"/>
                </a:solidFill>
              </a:rPr>
              <a:t>• Deploy the application on cloud platforms</a:t>
            </a:r>
            <a:br>
              <a:rPr lang="en-IN" sz="3200" dirty="0">
                <a:solidFill>
                  <a:schemeClr val="bg1"/>
                </a:solidFill>
              </a:rPr>
            </a:br>
            <a:r>
              <a:rPr lang="en-IN" sz="3200" dirty="0">
                <a:solidFill>
                  <a:schemeClr val="bg1"/>
                </a:solidFill>
              </a:rPr>
              <a:t>• Enable wider accessibility and scalability</a:t>
            </a:r>
          </a:p>
          <a:p>
            <a:br>
              <a:rPr lang="en-IN" sz="3200" dirty="0">
                <a:solidFill>
                  <a:schemeClr val="bg1"/>
                </a:solidFill>
              </a:rPr>
            </a:br>
            <a:endParaRPr lang="en-IN" sz="3200" dirty="0">
              <a:solidFill>
                <a:schemeClr val="bg1"/>
              </a:solidFill>
            </a:endParaRPr>
          </a:p>
          <a:p>
            <a:r>
              <a:rPr lang="en-IN" sz="3200" b="1" dirty="0">
                <a:solidFill>
                  <a:schemeClr val="bg1"/>
                </a:solidFill>
              </a:rPr>
              <a:t>🔹 Multi-Country Dataset</a:t>
            </a:r>
          </a:p>
          <a:p>
            <a:pPr lvl="2"/>
            <a:r>
              <a:rPr lang="en-IN" sz="3200" dirty="0">
                <a:solidFill>
                  <a:schemeClr val="bg1"/>
                </a:solidFill>
              </a:rPr>
              <a:t>• Expand dataset beyond U.S. census</a:t>
            </a:r>
            <a:br>
              <a:rPr lang="en-IN" sz="3200" dirty="0">
                <a:solidFill>
                  <a:schemeClr val="bg1"/>
                </a:solidFill>
              </a:rPr>
            </a:br>
            <a:r>
              <a:rPr lang="en-IN" sz="3200" dirty="0">
                <a:solidFill>
                  <a:schemeClr val="bg1"/>
                </a:solidFill>
              </a:rPr>
              <a:t>• Improve global applicability</a:t>
            </a:r>
          </a:p>
          <a:p>
            <a:endParaRPr lang="en-IN" sz="3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400AD4">
                <a:alpha val="100000"/>
              </a:srgbClr>
            </a:gs>
            <a:gs pos="50000">
              <a:srgbClr val="5234A9">
                <a:alpha val="100000"/>
              </a:srgbClr>
            </a:gs>
            <a:gs pos="100000">
              <a:srgbClr val="1B1B1B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79E67A-2F83-EBE8-26FB-4160D5B4B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49">
            <a:extLst>
              <a:ext uri="{FF2B5EF4-FFF2-40B4-BE49-F238E27FC236}">
                <a16:creationId xmlns:a16="http://schemas.microsoft.com/office/drawing/2014/main" id="{9A128AAC-B1E2-85F7-C33E-14BE89A6AB1C}"/>
              </a:ext>
            </a:extLst>
          </p:cNvPr>
          <p:cNvSpPr/>
          <p:nvPr/>
        </p:nvSpPr>
        <p:spPr>
          <a:xfrm flipV="1">
            <a:off x="10943467" y="0"/>
            <a:ext cx="7320903" cy="10287000"/>
          </a:xfrm>
          <a:custGeom>
            <a:avLst/>
            <a:gdLst/>
            <a:ahLst/>
            <a:cxnLst/>
            <a:rect l="l" t="t" r="r" b="b"/>
            <a:pathLst>
              <a:path w="1668854" h="2563882">
                <a:moveTo>
                  <a:pt x="0" y="2563881"/>
                </a:moveTo>
                <a:lnTo>
                  <a:pt x="1668854" y="2563881"/>
                </a:lnTo>
                <a:lnTo>
                  <a:pt x="1668854" y="0"/>
                </a:lnTo>
                <a:lnTo>
                  <a:pt x="0" y="0"/>
                </a:lnTo>
                <a:lnTo>
                  <a:pt x="0" y="256388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F10D11F-D150-45B9-0137-13456CBDC7F8}"/>
              </a:ext>
            </a:extLst>
          </p:cNvPr>
          <p:cNvSpPr txBox="1"/>
          <p:nvPr/>
        </p:nvSpPr>
        <p:spPr>
          <a:xfrm>
            <a:off x="11577813" y="3179532"/>
            <a:ext cx="6695902" cy="36140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450"/>
              </a:lnSpc>
            </a:pPr>
            <a:r>
              <a:rPr lang="en-US" sz="7200" b="1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LIMITATIONS</a:t>
            </a:r>
          </a:p>
          <a:p>
            <a:pPr>
              <a:lnSpc>
                <a:spcPts val="9450"/>
              </a:lnSpc>
            </a:pPr>
            <a:r>
              <a:rPr lang="en-US" sz="7200" b="1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OF THE</a:t>
            </a:r>
          </a:p>
          <a:p>
            <a:pPr>
              <a:lnSpc>
                <a:spcPts val="9450"/>
              </a:lnSpc>
            </a:pPr>
            <a:r>
              <a:rPr lang="en-US" sz="7200" b="1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SYSTEM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43E496B-3A89-84A1-6E9D-06CB2ADFBFE0}"/>
              </a:ext>
            </a:extLst>
          </p:cNvPr>
          <p:cNvSpPr txBox="1"/>
          <p:nvPr/>
        </p:nvSpPr>
        <p:spPr>
          <a:xfrm>
            <a:off x="23629" y="790241"/>
            <a:ext cx="11920710" cy="9448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🔹 Binary Classification Only</a:t>
            </a:r>
          </a:p>
          <a:p>
            <a:pPr lvl="2"/>
            <a:r>
              <a:rPr lang="en-US" sz="3200" dirty="0">
                <a:solidFill>
                  <a:schemeClr val="bg1"/>
                </a:solidFill>
              </a:rPr>
              <a:t>• Predicts only two categories: ≤50K or &gt;50K</a:t>
            </a:r>
            <a:br>
              <a:rPr lang="en-US" sz="3200" dirty="0">
                <a:solidFill>
                  <a:schemeClr val="bg1"/>
                </a:solidFill>
              </a:rPr>
            </a:br>
            <a:r>
              <a:rPr lang="en-US" sz="3200" dirty="0">
                <a:solidFill>
                  <a:schemeClr val="bg1"/>
                </a:solidFill>
              </a:rPr>
              <a:t>• Does not predict exact salary amount</a:t>
            </a:r>
          </a:p>
          <a:p>
            <a:br>
              <a:rPr lang="en-US" sz="3200" dirty="0">
                <a:solidFill>
                  <a:schemeClr val="bg1"/>
                </a:solidFill>
              </a:rPr>
            </a:br>
            <a:endParaRPr lang="en-US" sz="3200" dirty="0">
              <a:solidFill>
                <a:schemeClr val="bg1"/>
              </a:solidFill>
            </a:endParaRPr>
          </a:p>
          <a:p>
            <a:r>
              <a:rPr lang="en-US" sz="3200" b="1" dirty="0">
                <a:solidFill>
                  <a:schemeClr val="bg1"/>
                </a:solidFill>
              </a:rPr>
              <a:t>🔹 Based on Historical Data</a:t>
            </a:r>
          </a:p>
          <a:p>
            <a:pPr lvl="2"/>
            <a:r>
              <a:rPr lang="en-US" sz="3200" dirty="0">
                <a:solidFill>
                  <a:schemeClr val="bg1"/>
                </a:solidFill>
              </a:rPr>
              <a:t>• Uses census dataset</a:t>
            </a:r>
            <a:br>
              <a:rPr lang="en-US" sz="3200" dirty="0">
                <a:solidFill>
                  <a:schemeClr val="bg1"/>
                </a:solidFill>
              </a:rPr>
            </a:br>
            <a:r>
              <a:rPr lang="en-US" sz="3200" dirty="0">
                <a:solidFill>
                  <a:schemeClr val="bg1"/>
                </a:solidFill>
              </a:rPr>
              <a:t>• May not reflect current market salary trends</a:t>
            </a:r>
          </a:p>
          <a:p>
            <a:br>
              <a:rPr lang="en-US" sz="3200" dirty="0">
                <a:solidFill>
                  <a:schemeClr val="bg1"/>
                </a:solidFill>
              </a:rPr>
            </a:br>
            <a:endParaRPr lang="en-US" sz="3200" dirty="0">
              <a:solidFill>
                <a:schemeClr val="bg1"/>
              </a:solidFill>
            </a:endParaRPr>
          </a:p>
          <a:p>
            <a:r>
              <a:rPr lang="en-US" sz="3200" b="1" dirty="0">
                <a:solidFill>
                  <a:schemeClr val="bg1"/>
                </a:solidFill>
              </a:rPr>
              <a:t>🔹 Limited Features</a:t>
            </a:r>
          </a:p>
          <a:p>
            <a:pPr lvl="2"/>
            <a:r>
              <a:rPr lang="en-US" sz="3200" dirty="0">
                <a:solidFill>
                  <a:schemeClr val="bg1"/>
                </a:solidFill>
              </a:rPr>
              <a:t>• Model uses only 5 selected features</a:t>
            </a:r>
            <a:br>
              <a:rPr lang="en-US" sz="3200" dirty="0">
                <a:solidFill>
                  <a:schemeClr val="bg1"/>
                </a:solidFill>
              </a:rPr>
            </a:br>
            <a:r>
              <a:rPr lang="en-US" sz="3200" dirty="0">
                <a:solidFill>
                  <a:schemeClr val="bg1"/>
                </a:solidFill>
              </a:rPr>
              <a:t>• Other economic factors are not considered</a:t>
            </a:r>
          </a:p>
          <a:p>
            <a:br>
              <a:rPr lang="en-US" sz="3200" dirty="0">
                <a:solidFill>
                  <a:schemeClr val="bg1"/>
                </a:solidFill>
              </a:rPr>
            </a:br>
            <a:endParaRPr lang="en-US" sz="3200" dirty="0">
              <a:solidFill>
                <a:schemeClr val="bg1"/>
              </a:solidFill>
            </a:endParaRPr>
          </a:p>
          <a:p>
            <a:r>
              <a:rPr lang="en-US" sz="3200" b="1" dirty="0">
                <a:solidFill>
                  <a:schemeClr val="bg1"/>
                </a:solidFill>
              </a:rPr>
              <a:t>🔹 No Real-Time Data Integration</a:t>
            </a:r>
          </a:p>
          <a:p>
            <a:pPr lvl="2"/>
            <a:r>
              <a:rPr lang="en-US" sz="3200" dirty="0">
                <a:solidFill>
                  <a:schemeClr val="bg1"/>
                </a:solidFill>
              </a:rPr>
              <a:t>• Predictions are based on static dataset</a:t>
            </a:r>
            <a:br>
              <a:rPr lang="en-US" sz="3200" dirty="0">
                <a:solidFill>
                  <a:schemeClr val="bg1"/>
                </a:solidFill>
              </a:rPr>
            </a:br>
            <a:r>
              <a:rPr lang="en-US" sz="3200" dirty="0">
                <a:solidFill>
                  <a:schemeClr val="bg1"/>
                </a:solidFill>
              </a:rPr>
              <a:t>• No live job market data used</a:t>
            </a:r>
          </a:p>
          <a:p>
            <a:endParaRPr lang="en-US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94393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400AD4">
                <a:alpha val="100000"/>
              </a:srgbClr>
            </a:gs>
            <a:gs pos="50000">
              <a:srgbClr val="5234A9">
                <a:alpha val="100000"/>
              </a:srgbClr>
            </a:gs>
            <a:gs pos="100000">
              <a:srgbClr val="1B1B1B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C970BD-B956-2ED4-65EE-9CEEA9E3D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46">
            <a:extLst>
              <a:ext uri="{FF2B5EF4-FFF2-40B4-BE49-F238E27FC236}">
                <a16:creationId xmlns:a16="http://schemas.microsoft.com/office/drawing/2014/main" id="{7354B448-4663-D656-D0C4-1CF765A1E65C}"/>
              </a:ext>
            </a:extLst>
          </p:cNvPr>
          <p:cNvSpPr/>
          <p:nvPr/>
        </p:nvSpPr>
        <p:spPr>
          <a:xfrm>
            <a:off x="0" y="0"/>
            <a:ext cx="6695902" cy="10287000"/>
          </a:xfrm>
          <a:custGeom>
            <a:avLst/>
            <a:gdLst/>
            <a:ahLst/>
            <a:cxnLst/>
            <a:rect l="l" t="t" r="r" b="b"/>
            <a:pathLst>
              <a:path w="1703021" h="2601837">
                <a:moveTo>
                  <a:pt x="0" y="0"/>
                </a:moveTo>
                <a:lnTo>
                  <a:pt x="1703021" y="0"/>
                </a:lnTo>
                <a:lnTo>
                  <a:pt x="1703021" y="2601837"/>
                </a:lnTo>
                <a:lnTo>
                  <a:pt x="0" y="26018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BE5AAD01-FAE9-FFA3-77FB-063718AA0FC9}"/>
              </a:ext>
            </a:extLst>
          </p:cNvPr>
          <p:cNvSpPr txBox="1"/>
          <p:nvPr/>
        </p:nvSpPr>
        <p:spPr>
          <a:xfrm>
            <a:off x="0" y="3215136"/>
            <a:ext cx="6695902" cy="36140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450"/>
              </a:lnSpc>
            </a:pPr>
            <a:r>
              <a:rPr lang="en-US" sz="7200" b="1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ADVANTAGES</a:t>
            </a:r>
          </a:p>
          <a:p>
            <a:pPr>
              <a:lnSpc>
                <a:spcPts val="9450"/>
              </a:lnSpc>
            </a:pPr>
            <a:r>
              <a:rPr lang="en-US" sz="7200" b="1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OF THE</a:t>
            </a:r>
          </a:p>
          <a:p>
            <a:pPr>
              <a:lnSpc>
                <a:spcPts val="9450"/>
              </a:lnSpc>
            </a:pPr>
            <a:r>
              <a:rPr lang="en-US" sz="7200" b="1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SYSTEM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59E8B4A-BCC8-726E-C1C0-5015FE4442D8}"/>
              </a:ext>
            </a:extLst>
          </p:cNvPr>
          <p:cNvSpPr txBox="1"/>
          <p:nvPr/>
        </p:nvSpPr>
        <p:spPr>
          <a:xfrm>
            <a:off x="6824490" y="790241"/>
            <a:ext cx="11920710" cy="84638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🔹 Balanced Model Performance</a:t>
            </a:r>
          </a:p>
          <a:p>
            <a:pPr lvl="2"/>
            <a:r>
              <a:rPr lang="en-US" sz="3200" dirty="0">
                <a:solidFill>
                  <a:schemeClr val="bg1"/>
                </a:solidFill>
              </a:rPr>
              <a:t>• SMOTE created a balanced dataset</a:t>
            </a:r>
            <a:br>
              <a:rPr lang="en-US" sz="3200" dirty="0">
                <a:solidFill>
                  <a:schemeClr val="bg1"/>
                </a:solidFill>
              </a:rPr>
            </a:br>
            <a:r>
              <a:rPr lang="en-US" sz="3200" dirty="0">
                <a:solidFill>
                  <a:schemeClr val="bg1"/>
                </a:solidFill>
              </a:rPr>
              <a:t>• Improved minority class detection</a:t>
            </a:r>
            <a:br>
              <a:rPr lang="en-US" sz="3200" dirty="0">
                <a:solidFill>
                  <a:schemeClr val="bg1"/>
                </a:solidFill>
              </a:rPr>
            </a:br>
            <a:r>
              <a:rPr lang="en-US" sz="3200" dirty="0">
                <a:solidFill>
                  <a:schemeClr val="bg1"/>
                </a:solidFill>
              </a:rPr>
              <a:t>• Reduced model bias</a:t>
            </a:r>
          </a:p>
          <a:p>
            <a:endParaRPr lang="en-US" sz="3200" dirty="0">
              <a:solidFill>
                <a:schemeClr val="bg1"/>
              </a:solidFill>
            </a:endParaRPr>
          </a:p>
          <a:p>
            <a:r>
              <a:rPr lang="en-US" sz="3200" b="1" dirty="0">
                <a:solidFill>
                  <a:schemeClr val="bg1"/>
                </a:solidFill>
              </a:rPr>
              <a:t>🔹 Improved Recall</a:t>
            </a:r>
          </a:p>
          <a:p>
            <a:pPr lvl="2"/>
            <a:r>
              <a:rPr lang="en-US" sz="3200" dirty="0">
                <a:solidFill>
                  <a:schemeClr val="bg1"/>
                </a:solidFill>
              </a:rPr>
              <a:t>• Recall improved from </a:t>
            </a:r>
            <a:r>
              <a:rPr lang="en-US" sz="3200" b="1" dirty="0">
                <a:solidFill>
                  <a:schemeClr val="bg1"/>
                </a:solidFill>
              </a:rPr>
              <a:t>61% to 85%</a:t>
            </a:r>
            <a:br>
              <a:rPr lang="en-US" sz="3200" dirty="0">
                <a:solidFill>
                  <a:schemeClr val="bg1"/>
                </a:solidFill>
              </a:rPr>
            </a:br>
            <a:r>
              <a:rPr lang="en-US" sz="3200" dirty="0">
                <a:solidFill>
                  <a:schemeClr val="bg1"/>
                </a:solidFill>
              </a:rPr>
              <a:t>• Better identification of high-income individuals</a:t>
            </a:r>
          </a:p>
          <a:p>
            <a:endParaRPr lang="en-US" sz="3200" dirty="0">
              <a:solidFill>
                <a:schemeClr val="bg1"/>
              </a:solidFill>
            </a:endParaRPr>
          </a:p>
          <a:p>
            <a:r>
              <a:rPr lang="en-US" sz="3200" b="1" dirty="0">
                <a:solidFill>
                  <a:schemeClr val="bg1"/>
                </a:solidFill>
              </a:rPr>
              <a:t>🔹 Reduced Feature Complexity</a:t>
            </a:r>
          </a:p>
          <a:p>
            <a:pPr lvl="2"/>
            <a:r>
              <a:rPr lang="en-US" sz="3200" dirty="0">
                <a:solidFill>
                  <a:schemeClr val="bg1"/>
                </a:solidFill>
              </a:rPr>
              <a:t>• Features reduced from </a:t>
            </a:r>
            <a:r>
              <a:rPr lang="en-US" sz="3200" b="1" dirty="0">
                <a:solidFill>
                  <a:schemeClr val="bg1"/>
                </a:solidFill>
              </a:rPr>
              <a:t>12 to 5</a:t>
            </a:r>
            <a:br>
              <a:rPr lang="en-US" sz="3200" dirty="0">
                <a:solidFill>
                  <a:schemeClr val="bg1"/>
                </a:solidFill>
              </a:rPr>
            </a:br>
            <a:r>
              <a:rPr lang="en-US" sz="3200" dirty="0">
                <a:solidFill>
                  <a:schemeClr val="bg1"/>
                </a:solidFill>
              </a:rPr>
              <a:t>• Faster training and prediction</a:t>
            </a:r>
            <a:br>
              <a:rPr lang="en-US" sz="3200" dirty="0">
                <a:solidFill>
                  <a:schemeClr val="bg1"/>
                </a:solidFill>
              </a:rPr>
            </a:br>
            <a:r>
              <a:rPr lang="en-US" sz="3200" dirty="0">
                <a:solidFill>
                  <a:schemeClr val="bg1"/>
                </a:solidFill>
              </a:rPr>
              <a:t>• Improved model interpretability</a:t>
            </a:r>
          </a:p>
          <a:p>
            <a:endParaRPr lang="en-US" sz="3200" dirty="0">
              <a:solidFill>
                <a:schemeClr val="bg1"/>
              </a:solidFill>
            </a:endParaRPr>
          </a:p>
          <a:p>
            <a:r>
              <a:rPr lang="en-US" sz="3200" b="1" dirty="0">
                <a:solidFill>
                  <a:schemeClr val="bg1"/>
                </a:solidFill>
              </a:rPr>
              <a:t>🔹 Ethical Implementation</a:t>
            </a:r>
          </a:p>
          <a:p>
            <a:pPr lvl="2"/>
            <a:r>
              <a:rPr lang="en-US" sz="3200" dirty="0">
                <a:solidFill>
                  <a:schemeClr val="bg1"/>
                </a:solidFill>
              </a:rPr>
              <a:t>• Removed sensitive features such as race and sex</a:t>
            </a:r>
            <a:br>
              <a:rPr lang="en-US" sz="3200" dirty="0">
                <a:solidFill>
                  <a:schemeClr val="bg1"/>
                </a:solidFill>
              </a:rPr>
            </a:br>
            <a:r>
              <a:rPr lang="en-US" sz="3200" dirty="0">
                <a:solidFill>
                  <a:schemeClr val="bg1"/>
                </a:solidFill>
              </a:rPr>
              <a:t>• Ensured fair and unbiased predictions</a:t>
            </a:r>
          </a:p>
        </p:txBody>
      </p:sp>
    </p:spTree>
    <p:extLst>
      <p:ext uri="{BB962C8B-B14F-4D97-AF65-F5344CB8AC3E}">
        <p14:creationId xmlns:p14="http://schemas.microsoft.com/office/powerpoint/2010/main" val="42626291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400AD4">
                <a:alpha val="100000"/>
              </a:srgbClr>
            </a:gs>
            <a:gs pos="50000">
              <a:srgbClr val="5234A9">
                <a:alpha val="100000"/>
              </a:srgbClr>
            </a:gs>
            <a:gs pos="100000">
              <a:srgbClr val="1B1B1B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BAF889-9BD6-7DD5-EBDF-4F8382E72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50">
            <a:extLst>
              <a:ext uri="{FF2B5EF4-FFF2-40B4-BE49-F238E27FC236}">
                <a16:creationId xmlns:a16="http://schemas.microsoft.com/office/drawing/2014/main" id="{997974A8-FF4B-55F8-EC5B-A51E22DC0CDE}"/>
              </a:ext>
            </a:extLst>
          </p:cNvPr>
          <p:cNvSpPr/>
          <p:nvPr/>
        </p:nvSpPr>
        <p:spPr>
          <a:xfrm rot="16200000">
            <a:off x="7078980" y="-1866901"/>
            <a:ext cx="10287001" cy="14020800"/>
          </a:xfrm>
          <a:custGeom>
            <a:avLst/>
            <a:gdLst/>
            <a:ahLst/>
            <a:cxnLst/>
            <a:rect l="l" t="t" r="r" b="b"/>
            <a:pathLst>
              <a:path w="1252051" h="2007662">
                <a:moveTo>
                  <a:pt x="0" y="0"/>
                </a:moveTo>
                <a:lnTo>
                  <a:pt x="1252051" y="0"/>
                </a:lnTo>
                <a:lnTo>
                  <a:pt x="1252051" y="2007662"/>
                </a:lnTo>
                <a:lnTo>
                  <a:pt x="0" y="2007662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BA14715-8C4A-18B6-FC72-FA19C7480C78}"/>
              </a:ext>
            </a:extLst>
          </p:cNvPr>
          <p:cNvSpPr txBox="1"/>
          <p:nvPr/>
        </p:nvSpPr>
        <p:spPr>
          <a:xfrm>
            <a:off x="4286253" y="485770"/>
            <a:ext cx="985837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dirty="0">
                <a:solidFill>
                  <a:schemeClr val="bg1"/>
                </a:solidFill>
                <a:latin typeface="DM Sans Bold" charset="0"/>
              </a:rPr>
              <a:t>CONCLUSION</a:t>
            </a:r>
            <a:endParaRPr lang="en-IN" sz="8800" dirty="0">
              <a:solidFill>
                <a:schemeClr val="bg1"/>
              </a:solidFill>
              <a:latin typeface="DM Sans Bold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0D551A-D56A-08C3-EE6D-EA1117BA1ABD}"/>
              </a:ext>
            </a:extLst>
          </p:cNvPr>
          <p:cNvSpPr txBox="1"/>
          <p:nvPr/>
        </p:nvSpPr>
        <p:spPr>
          <a:xfrm>
            <a:off x="2757498" y="2800350"/>
            <a:ext cx="15787687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  <a:latin typeface="DM Sans" pitchFamily="2" charset="0"/>
              </a:rPr>
              <a:t>Developed a Machine Learning-based Salary Prediction System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  <a:latin typeface="DM Sans" pitchFamily="2" charset="0"/>
              </a:rPr>
              <a:t>Successfully handled class imbalance using SMOTE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  <a:latin typeface="DM Sans" pitchFamily="2" charset="0"/>
              </a:rPr>
              <a:t>Improved minority class recall from </a:t>
            </a:r>
            <a:r>
              <a:rPr lang="en-US" sz="3200" b="1" dirty="0">
                <a:solidFill>
                  <a:schemeClr val="bg1"/>
                </a:solidFill>
                <a:latin typeface="DM Sans" pitchFamily="2" charset="0"/>
              </a:rPr>
              <a:t>61% to 85%</a:t>
            </a:r>
            <a:endParaRPr lang="en-US" sz="3200" dirty="0">
              <a:solidFill>
                <a:schemeClr val="bg1"/>
              </a:solidFill>
              <a:latin typeface="DM Sans" pitchFamily="2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  <a:latin typeface="DM Sans" pitchFamily="2" charset="0"/>
              </a:rPr>
              <a:t>Selected Gradient Boosting as the final optimized model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  <a:latin typeface="DM Sans" pitchFamily="2" charset="0"/>
              </a:rPr>
              <a:t>Built and deployed an interactive </a:t>
            </a:r>
            <a:r>
              <a:rPr lang="en-US" sz="3200" dirty="0" err="1">
                <a:solidFill>
                  <a:schemeClr val="bg1"/>
                </a:solidFill>
                <a:latin typeface="DM Sans" pitchFamily="2" charset="0"/>
              </a:rPr>
              <a:t>Streamlit</a:t>
            </a:r>
            <a:r>
              <a:rPr lang="en-US" sz="3200" dirty="0">
                <a:solidFill>
                  <a:schemeClr val="bg1"/>
                </a:solidFill>
                <a:latin typeface="DM Sans" pitchFamily="2" charset="0"/>
              </a:rPr>
              <a:t> web application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  <a:latin typeface="DM Sans" pitchFamily="2" charset="0"/>
              </a:rPr>
              <a:t>Achieved balanced, fair, and reliable predictions</a:t>
            </a: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02CE3544-691D-73CC-413C-25C3BDA684C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78022146"/>
              </p:ext>
            </p:extLst>
          </p:nvPr>
        </p:nvGraphicFramePr>
        <p:xfrm>
          <a:off x="2257425" y="7200900"/>
          <a:ext cx="12415838" cy="15696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1668894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50000">
              <a:srgbClr val="5234A9">
                <a:alpha val="100000"/>
              </a:srgbClr>
            </a:gs>
            <a:gs pos="100000">
              <a:srgbClr val="400AD4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14865" y="2300537"/>
            <a:ext cx="5097641" cy="7400322"/>
            <a:chOff x="0" y="0"/>
            <a:chExt cx="1342589" cy="194905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42589" cy="1949056"/>
            </a:xfrm>
            <a:custGeom>
              <a:avLst/>
              <a:gdLst/>
              <a:ahLst/>
              <a:cxnLst/>
              <a:rect l="l" t="t" r="r" b="b"/>
              <a:pathLst>
                <a:path w="1342589" h="1949056">
                  <a:moveTo>
                    <a:pt x="30375" y="0"/>
                  </a:moveTo>
                  <a:lnTo>
                    <a:pt x="1312214" y="0"/>
                  </a:lnTo>
                  <a:cubicBezTo>
                    <a:pt x="1320270" y="0"/>
                    <a:pt x="1327996" y="3200"/>
                    <a:pt x="1333692" y="8896"/>
                  </a:cubicBezTo>
                  <a:cubicBezTo>
                    <a:pt x="1339388" y="14593"/>
                    <a:pt x="1342589" y="22319"/>
                    <a:pt x="1342589" y="30375"/>
                  </a:cubicBezTo>
                  <a:lnTo>
                    <a:pt x="1342589" y="1918682"/>
                  </a:lnTo>
                  <a:cubicBezTo>
                    <a:pt x="1342589" y="1935457"/>
                    <a:pt x="1328989" y="1949056"/>
                    <a:pt x="1312214" y="1949056"/>
                  </a:cubicBezTo>
                  <a:lnTo>
                    <a:pt x="30375" y="1949056"/>
                  </a:lnTo>
                  <a:cubicBezTo>
                    <a:pt x="22319" y="1949056"/>
                    <a:pt x="14593" y="1945856"/>
                    <a:pt x="8896" y="1940159"/>
                  </a:cubicBezTo>
                  <a:cubicBezTo>
                    <a:pt x="3200" y="1934463"/>
                    <a:pt x="0" y="1926737"/>
                    <a:pt x="0" y="1918682"/>
                  </a:cubicBezTo>
                  <a:lnTo>
                    <a:pt x="0" y="30375"/>
                  </a:lnTo>
                  <a:cubicBezTo>
                    <a:pt x="0" y="13599"/>
                    <a:pt x="13599" y="0"/>
                    <a:pt x="30375" y="0"/>
                  </a:cubicBezTo>
                  <a:close/>
                </a:path>
              </a:pathLst>
            </a:custGeom>
            <a:solidFill>
              <a:srgbClr val="3E268F"/>
            </a:solidFill>
            <a:ln w="19050" cap="sq">
              <a:solidFill>
                <a:srgbClr val="3E268F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1342589" cy="19776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65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104558" y="2712744"/>
            <a:ext cx="4318255" cy="647237"/>
            <a:chOff x="0" y="0"/>
            <a:chExt cx="1137318" cy="17046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37318" cy="170466"/>
            </a:xfrm>
            <a:custGeom>
              <a:avLst/>
              <a:gdLst/>
              <a:ahLst/>
              <a:cxnLst/>
              <a:rect l="l" t="t" r="r" b="b"/>
              <a:pathLst>
                <a:path w="1137318" h="170466">
                  <a:moveTo>
                    <a:pt x="35857" y="0"/>
                  </a:moveTo>
                  <a:lnTo>
                    <a:pt x="1101462" y="0"/>
                  </a:lnTo>
                  <a:cubicBezTo>
                    <a:pt x="1121265" y="0"/>
                    <a:pt x="1137318" y="16054"/>
                    <a:pt x="1137318" y="35857"/>
                  </a:cubicBezTo>
                  <a:lnTo>
                    <a:pt x="1137318" y="134609"/>
                  </a:lnTo>
                  <a:cubicBezTo>
                    <a:pt x="1137318" y="144119"/>
                    <a:pt x="1133540" y="153239"/>
                    <a:pt x="1126816" y="159964"/>
                  </a:cubicBezTo>
                  <a:cubicBezTo>
                    <a:pt x="1120092" y="166688"/>
                    <a:pt x="1110971" y="170466"/>
                    <a:pt x="1101462" y="170466"/>
                  </a:cubicBezTo>
                  <a:lnTo>
                    <a:pt x="35857" y="170466"/>
                  </a:lnTo>
                  <a:cubicBezTo>
                    <a:pt x="26347" y="170466"/>
                    <a:pt x="17227" y="166688"/>
                    <a:pt x="10502" y="159964"/>
                  </a:cubicBezTo>
                  <a:cubicBezTo>
                    <a:pt x="3778" y="153239"/>
                    <a:pt x="0" y="144119"/>
                    <a:pt x="0" y="134609"/>
                  </a:cubicBezTo>
                  <a:lnTo>
                    <a:pt x="0" y="35857"/>
                  </a:lnTo>
                  <a:cubicBezTo>
                    <a:pt x="0" y="26347"/>
                    <a:pt x="3778" y="17227"/>
                    <a:pt x="10502" y="10502"/>
                  </a:cubicBezTo>
                  <a:cubicBezTo>
                    <a:pt x="17227" y="3778"/>
                    <a:pt x="26347" y="0"/>
                    <a:pt x="35857" y="0"/>
                  </a:cubicBezTo>
                  <a:close/>
                </a:path>
              </a:pathLst>
            </a:custGeom>
            <a:solidFill>
              <a:srgbClr val="3E268F"/>
            </a:solidFill>
            <a:ln cap="sq">
              <a:noFill/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0"/>
              <a:ext cx="1137318" cy="1704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999"/>
                </a:lnSpc>
                <a:spcBef>
                  <a:spcPct val="0"/>
                </a:spcBef>
              </a:pPr>
              <a:r>
                <a:rPr lang="en-US" sz="2499" b="1" spc="-4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Fonts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623087" y="2712744"/>
            <a:ext cx="4368067" cy="647237"/>
            <a:chOff x="0" y="0"/>
            <a:chExt cx="1150437" cy="17046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150437" cy="170466"/>
            </a:xfrm>
            <a:custGeom>
              <a:avLst/>
              <a:gdLst/>
              <a:ahLst/>
              <a:cxnLst/>
              <a:rect l="l" t="t" r="r" b="b"/>
              <a:pathLst>
                <a:path w="1150437" h="170466">
                  <a:moveTo>
                    <a:pt x="35448" y="0"/>
                  </a:moveTo>
                  <a:lnTo>
                    <a:pt x="1114989" y="0"/>
                  </a:lnTo>
                  <a:cubicBezTo>
                    <a:pt x="1124391" y="0"/>
                    <a:pt x="1133407" y="3735"/>
                    <a:pt x="1140055" y="10382"/>
                  </a:cubicBezTo>
                  <a:cubicBezTo>
                    <a:pt x="1146703" y="17030"/>
                    <a:pt x="1150437" y="26046"/>
                    <a:pt x="1150437" y="35448"/>
                  </a:cubicBezTo>
                  <a:lnTo>
                    <a:pt x="1150437" y="135018"/>
                  </a:lnTo>
                  <a:cubicBezTo>
                    <a:pt x="1150437" y="144419"/>
                    <a:pt x="1146703" y="153436"/>
                    <a:pt x="1140055" y="160083"/>
                  </a:cubicBezTo>
                  <a:cubicBezTo>
                    <a:pt x="1133407" y="166731"/>
                    <a:pt x="1124391" y="170466"/>
                    <a:pt x="1114989" y="170466"/>
                  </a:cubicBezTo>
                  <a:lnTo>
                    <a:pt x="35448" y="170466"/>
                  </a:lnTo>
                  <a:cubicBezTo>
                    <a:pt x="26046" y="170466"/>
                    <a:pt x="17030" y="166731"/>
                    <a:pt x="10382" y="160083"/>
                  </a:cubicBezTo>
                  <a:cubicBezTo>
                    <a:pt x="3735" y="153436"/>
                    <a:pt x="0" y="144419"/>
                    <a:pt x="0" y="135018"/>
                  </a:cubicBezTo>
                  <a:lnTo>
                    <a:pt x="0" y="35448"/>
                  </a:lnTo>
                  <a:cubicBezTo>
                    <a:pt x="0" y="26046"/>
                    <a:pt x="3735" y="17030"/>
                    <a:pt x="10382" y="10382"/>
                  </a:cubicBezTo>
                  <a:cubicBezTo>
                    <a:pt x="17030" y="3735"/>
                    <a:pt x="26046" y="0"/>
                    <a:pt x="35448" y="0"/>
                  </a:cubicBezTo>
                  <a:close/>
                </a:path>
              </a:pathLst>
            </a:custGeom>
            <a:solidFill>
              <a:srgbClr val="3E268F"/>
            </a:solidFill>
            <a:ln cap="sq">
              <a:noFill/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0"/>
              <a:ext cx="1150437" cy="1704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999"/>
                </a:lnSpc>
                <a:spcBef>
                  <a:spcPct val="0"/>
                </a:spcBef>
              </a:pPr>
              <a:r>
                <a:rPr lang="en-US" sz="2499" b="1" u="none" strike="noStrike" spc="-4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Design Elements / Icons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104558" y="7347143"/>
            <a:ext cx="4318255" cy="647237"/>
            <a:chOff x="0" y="0"/>
            <a:chExt cx="1137318" cy="17046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137318" cy="170466"/>
            </a:xfrm>
            <a:custGeom>
              <a:avLst/>
              <a:gdLst/>
              <a:ahLst/>
              <a:cxnLst/>
              <a:rect l="l" t="t" r="r" b="b"/>
              <a:pathLst>
                <a:path w="1137318" h="170466">
                  <a:moveTo>
                    <a:pt x="35857" y="0"/>
                  </a:moveTo>
                  <a:lnTo>
                    <a:pt x="1101462" y="0"/>
                  </a:lnTo>
                  <a:cubicBezTo>
                    <a:pt x="1121265" y="0"/>
                    <a:pt x="1137318" y="16054"/>
                    <a:pt x="1137318" y="35857"/>
                  </a:cubicBezTo>
                  <a:lnTo>
                    <a:pt x="1137318" y="134609"/>
                  </a:lnTo>
                  <a:cubicBezTo>
                    <a:pt x="1137318" y="144119"/>
                    <a:pt x="1133540" y="153239"/>
                    <a:pt x="1126816" y="159964"/>
                  </a:cubicBezTo>
                  <a:cubicBezTo>
                    <a:pt x="1120092" y="166688"/>
                    <a:pt x="1110971" y="170466"/>
                    <a:pt x="1101462" y="170466"/>
                  </a:cubicBezTo>
                  <a:lnTo>
                    <a:pt x="35857" y="170466"/>
                  </a:lnTo>
                  <a:cubicBezTo>
                    <a:pt x="26347" y="170466"/>
                    <a:pt x="17227" y="166688"/>
                    <a:pt x="10502" y="159964"/>
                  </a:cubicBezTo>
                  <a:cubicBezTo>
                    <a:pt x="3778" y="153239"/>
                    <a:pt x="0" y="144119"/>
                    <a:pt x="0" y="134609"/>
                  </a:cubicBezTo>
                  <a:lnTo>
                    <a:pt x="0" y="35857"/>
                  </a:lnTo>
                  <a:cubicBezTo>
                    <a:pt x="0" y="26347"/>
                    <a:pt x="3778" y="17227"/>
                    <a:pt x="10502" y="10502"/>
                  </a:cubicBezTo>
                  <a:cubicBezTo>
                    <a:pt x="17227" y="3778"/>
                    <a:pt x="26347" y="0"/>
                    <a:pt x="35857" y="0"/>
                  </a:cubicBezTo>
                  <a:close/>
                </a:path>
              </a:pathLst>
            </a:custGeom>
            <a:solidFill>
              <a:srgbClr val="3E268F"/>
            </a:solidFill>
            <a:ln cap="sq">
              <a:noFill/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0"/>
              <a:ext cx="1137318" cy="1704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999"/>
                </a:lnSpc>
                <a:spcBef>
                  <a:spcPct val="0"/>
                </a:spcBef>
              </a:pPr>
              <a:r>
                <a:rPr lang="en-US" sz="2499" b="1" spc="-4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Colors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173043" y="8261080"/>
            <a:ext cx="725897" cy="725897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E268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65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2064714" y="8261080"/>
            <a:ext cx="725897" cy="725897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B6A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65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2943011" y="8261080"/>
            <a:ext cx="725897" cy="725897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9F6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65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3819515" y="8261080"/>
            <a:ext cx="725897" cy="725897"/>
            <a:chOff x="0" y="0"/>
            <a:chExt cx="812800" cy="8128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48CC0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65"/>
                </a:lnSpc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4696916" y="8261080"/>
            <a:ext cx="725897" cy="725897"/>
            <a:chOff x="0" y="0"/>
            <a:chExt cx="812800" cy="8128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B6A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65"/>
                </a:lnSpc>
              </a:pPr>
              <a:endParaRPr/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1173043" y="3677553"/>
            <a:ext cx="4181285" cy="5100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74"/>
              </a:lnSpc>
            </a:pPr>
            <a:r>
              <a:rPr lang="en-US" sz="1700" u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This presentation template</a:t>
            </a:r>
          </a:p>
          <a:p>
            <a:pPr algn="ctr">
              <a:lnSpc>
                <a:spcPts val="2074"/>
              </a:lnSpc>
            </a:pPr>
            <a:r>
              <a:rPr lang="en-US" sz="1700" u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uses the following free fonts: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16102" y="6770364"/>
            <a:ext cx="4368067" cy="2528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74"/>
              </a:lnSpc>
            </a:pPr>
            <a:r>
              <a:rPr lang="en-US" sz="17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You can find these fonts online too.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688417" y="5015260"/>
            <a:ext cx="3150536" cy="3630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8"/>
              </a:lnSpc>
            </a:pPr>
            <a:r>
              <a:rPr lang="en-US" sz="2697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DM Sans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523971" y="5994577"/>
            <a:ext cx="3479429" cy="283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209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DM Sans Regular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2319155" y="4702216"/>
            <a:ext cx="1889061" cy="2154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45"/>
              </a:lnSpc>
            </a:pPr>
            <a:r>
              <a:rPr lang="en-US" sz="1597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TITLES: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2319155" y="5702908"/>
            <a:ext cx="1889061" cy="2154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45"/>
              </a:lnSpc>
            </a:pPr>
            <a:r>
              <a:rPr lang="en-US" sz="1597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BODY TEXT: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173043" y="9092626"/>
            <a:ext cx="725897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sz="1200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#3E268F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2080037" y="9092626"/>
            <a:ext cx="695251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sz="1200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#9B6AFF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2943011" y="9092626"/>
            <a:ext cx="725897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sz="1200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#FFF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3800310" y="9092626"/>
            <a:ext cx="764307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sz="1200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#A48CC0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4696916" y="9092626"/>
            <a:ext cx="725897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sz="1200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#9B6AFF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5889278" y="520632"/>
            <a:ext cx="6509445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75"/>
              </a:lnSpc>
            </a:pPr>
            <a:r>
              <a:rPr lang="en-US" sz="75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Resource Page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4147431" y="1577907"/>
            <a:ext cx="9993139" cy="389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Use these in your presentation. Delete or hide this page before presenting</a:t>
            </a:r>
          </a:p>
        </p:txBody>
      </p:sp>
      <p:sp>
        <p:nvSpPr>
          <p:cNvPr id="45" name="Freeform 45"/>
          <p:cNvSpPr/>
          <p:nvPr/>
        </p:nvSpPr>
        <p:spPr>
          <a:xfrm>
            <a:off x="11402214" y="3668442"/>
            <a:ext cx="1472643" cy="1472643"/>
          </a:xfrm>
          <a:custGeom>
            <a:avLst/>
            <a:gdLst/>
            <a:ahLst/>
            <a:cxnLst/>
            <a:rect l="l" t="t" r="r" b="b"/>
            <a:pathLst>
              <a:path w="1472643" h="1472643">
                <a:moveTo>
                  <a:pt x="0" y="0"/>
                </a:moveTo>
                <a:lnTo>
                  <a:pt x="1472642" y="0"/>
                </a:lnTo>
                <a:lnTo>
                  <a:pt x="1472642" y="1472642"/>
                </a:lnTo>
                <a:lnTo>
                  <a:pt x="0" y="14726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6" name="Freeform 46"/>
          <p:cNvSpPr/>
          <p:nvPr/>
        </p:nvSpPr>
        <p:spPr>
          <a:xfrm>
            <a:off x="7400168" y="3680527"/>
            <a:ext cx="1703021" cy="2601837"/>
          </a:xfrm>
          <a:custGeom>
            <a:avLst/>
            <a:gdLst/>
            <a:ahLst/>
            <a:cxnLst/>
            <a:rect l="l" t="t" r="r" b="b"/>
            <a:pathLst>
              <a:path w="1703021" h="2601837">
                <a:moveTo>
                  <a:pt x="0" y="0"/>
                </a:moveTo>
                <a:lnTo>
                  <a:pt x="1703021" y="0"/>
                </a:lnTo>
                <a:lnTo>
                  <a:pt x="1703021" y="2601837"/>
                </a:lnTo>
                <a:lnTo>
                  <a:pt x="0" y="26018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7" name="Freeform 47"/>
          <p:cNvSpPr/>
          <p:nvPr/>
        </p:nvSpPr>
        <p:spPr>
          <a:xfrm>
            <a:off x="9227546" y="3668442"/>
            <a:ext cx="1697007" cy="2607134"/>
          </a:xfrm>
          <a:custGeom>
            <a:avLst/>
            <a:gdLst/>
            <a:ahLst/>
            <a:cxnLst/>
            <a:rect l="l" t="t" r="r" b="b"/>
            <a:pathLst>
              <a:path w="1697007" h="2607134">
                <a:moveTo>
                  <a:pt x="0" y="0"/>
                </a:moveTo>
                <a:lnTo>
                  <a:pt x="1697007" y="0"/>
                </a:lnTo>
                <a:lnTo>
                  <a:pt x="1697007" y="2607133"/>
                </a:lnTo>
                <a:lnTo>
                  <a:pt x="0" y="260713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48" name="Freeform 48"/>
          <p:cNvSpPr/>
          <p:nvPr/>
        </p:nvSpPr>
        <p:spPr>
          <a:xfrm rot="5385950">
            <a:off x="8772869" y="6884776"/>
            <a:ext cx="2600238" cy="1692519"/>
          </a:xfrm>
          <a:custGeom>
            <a:avLst/>
            <a:gdLst/>
            <a:ahLst/>
            <a:cxnLst/>
            <a:rect l="l" t="t" r="r" b="b"/>
            <a:pathLst>
              <a:path w="2600238" h="1692519">
                <a:moveTo>
                  <a:pt x="0" y="0"/>
                </a:moveTo>
                <a:lnTo>
                  <a:pt x="2600238" y="0"/>
                </a:lnTo>
                <a:lnTo>
                  <a:pt x="2600238" y="1692519"/>
                </a:lnTo>
                <a:lnTo>
                  <a:pt x="0" y="169251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49" name="Freeform 49"/>
          <p:cNvSpPr/>
          <p:nvPr/>
        </p:nvSpPr>
        <p:spPr>
          <a:xfrm flipV="1">
            <a:off x="7400168" y="6427469"/>
            <a:ext cx="1668854" cy="2563882"/>
          </a:xfrm>
          <a:custGeom>
            <a:avLst/>
            <a:gdLst/>
            <a:ahLst/>
            <a:cxnLst/>
            <a:rect l="l" t="t" r="r" b="b"/>
            <a:pathLst>
              <a:path w="1668854" h="2563882">
                <a:moveTo>
                  <a:pt x="0" y="2563881"/>
                </a:moveTo>
                <a:lnTo>
                  <a:pt x="1668854" y="2563881"/>
                </a:lnTo>
                <a:lnTo>
                  <a:pt x="1668854" y="0"/>
                </a:lnTo>
                <a:lnTo>
                  <a:pt x="0" y="0"/>
                </a:lnTo>
                <a:lnTo>
                  <a:pt x="0" y="2563881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50" name="Freeform 50"/>
          <p:cNvSpPr/>
          <p:nvPr/>
        </p:nvSpPr>
        <p:spPr>
          <a:xfrm>
            <a:off x="13254357" y="3181338"/>
            <a:ext cx="1252051" cy="2007662"/>
          </a:xfrm>
          <a:custGeom>
            <a:avLst/>
            <a:gdLst/>
            <a:ahLst/>
            <a:cxnLst/>
            <a:rect l="l" t="t" r="r" b="b"/>
            <a:pathLst>
              <a:path w="1252051" h="2007662">
                <a:moveTo>
                  <a:pt x="0" y="0"/>
                </a:moveTo>
                <a:lnTo>
                  <a:pt x="1252051" y="0"/>
                </a:lnTo>
                <a:lnTo>
                  <a:pt x="1252051" y="2007662"/>
                </a:lnTo>
                <a:lnTo>
                  <a:pt x="0" y="200766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51" name="Freeform 51"/>
          <p:cNvSpPr/>
          <p:nvPr/>
        </p:nvSpPr>
        <p:spPr>
          <a:xfrm rot="5400000">
            <a:off x="11402214" y="5508083"/>
            <a:ext cx="1386293" cy="1386293"/>
          </a:xfrm>
          <a:custGeom>
            <a:avLst/>
            <a:gdLst/>
            <a:ahLst/>
            <a:cxnLst/>
            <a:rect l="l" t="t" r="r" b="b"/>
            <a:pathLst>
              <a:path w="1386293" h="1386293">
                <a:moveTo>
                  <a:pt x="0" y="0"/>
                </a:moveTo>
                <a:lnTo>
                  <a:pt x="1386293" y="0"/>
                </a:lnTo>
                <a:lnTo>
                  <a:pt x="1386293" y="1386293"/>
                </a:lnTo>
                <a:lnTo>
                  <a:pt x="0" y="138629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52" name="Freeform 52"/>
          <p:cNvSpPr/>
          <p:nvPr/>
        </p:nvSpPr>
        <p:spPr>
          <a:xfrm>
            <a:off x="14887408" y="3784260"/>
            <a:ext cx="1386293" cy="1386293"/>
          </a:xfrm>
          <a:custGeom>
            <a:avLst/>
            <a:gdLst/>
            <a:ahLst/>
            <a:cxnLst/>
            <a:rect l="l" t="t" r="r" b="b"/>
            <a:pathLst>
              <a:path w="1386293" h="1386293">
                <a:moveTo>
                  <a:pt x="0" y="0"/>
                </a:moveTo>
                <a:lnTo>
                  <a:pt x="1386293" y="0"/>
                </a:lnTo>
                <a:lnTo>
                  <a:pt x="1386293" y="1386293"/>
                </a:lnTo>
                <a:lnTo>
                  <a:pt x="0" y="1386293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53" name="Freeform 53"/>
          <p:cNvSpPr/>
          <p:nvPr/>
        </p:nvSpPr>
        <p:spPr>
          <a:xfrm>
            <a:off x="13131536" y="5471923"/>
            <a:ext cx="1497692" cy="1497692"/>
          </a:xfrm>
          <a:custGeom>
            <a:avLst/>
            <a:gdLst/>
            <a:ahLst/>
            <a:cxnLst/>
            <a:rect l="l" t="t" r="r" b="b"/>
            <a:pathLst>
              <a:path w="1497692" h="1497692">
                <a:moveTo>
                  <a:pt x="0" y="0"/>
                </a:moveTo>
                <a:lnTo>
                  <a:pt x="1497692" y="0"/>
                </a:lnTo>
                <a:lnTo>
                  <a:pt x="1497692" y="1497692"/>
                </a:lnTo>
                <a:lnTo>
                  <a:pt x="0" y="1497692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54" name="Freeform 54"/>
          <p:cNvSpPr/>
          <p:nvPr/>
        </p:nvSpPr>
        <p:spPr>
          <a:xfrm>
            <a:off x="14781628" y="5508083"/>
            <a:ext cx="1582001" cy="1582001"/>
          </a:xfrm>
          <a:custGeom>
            <a:avLst/>
            <a:gdLst/>
            <a:ahLst/>
            <a:cxnLst/>
            <a:rect l="l" t="t" r="r" b="b"/>
            <a:pathLst>
              <a:path w="1582001" h="1582001">
                <a:moveTo>
                  <a:pt x="0" y="0"/>
                </a:moveTo>
                <a:lnTo>
                  <a:pt x="1582001" y="0"/>
                </a:lnTo>
                <a:lnTo>
                  <a:pt x="1582001" y="1582001"/>
                </a:lnTo>
                <a:lnTo>
                  <a:pt x="0" y="1582001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</p:sp>
      <p:sp>
        <p:nvSpPr>
          <p:cNvPr id="55" name="Freeform 55"/>
          <p:cNvSpPr/>
          <p:nvPr/>
        </p:nvSpPr>
        <p:spPr>
          <a:xfrm>
            <a:off x="12090027" y="7277096"/>
            <a:ext cx="1665965" cy="1393352"/>
          </a:xfrm>
          <a:custGeom>
            <a:avLst/>
            <a:gdLst/>
            <a:ahLst/>
            <a:cxnLst/>
            <a:rect l="l" t="t" r="r" b="b"/>
            <a:pathLst>
              <a:path w="1665965" h="1393352">
                <a:moveTo>
                  <a:pt x="0" y="0"/>
                </a:moveTo>
                <a:lnTo>
                  <a:pt x="1665965" y="0"/>
                </a:lnTo>
                <a:lnTo>
                  <a:pt x="1665965" y="1393352"/>
                </a:lnTo>
                <a:lnTo>
                  <a:pt x="0" y="1393352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a:blipFill>
        </p:spPr>
      </p:sp>
      <p:sp>
        <p:nvSpPr>
          <p:cNvPr id="56" name="Freeform 56"/>
          <p:cNvSpPr/>
          <p:nvPr/>
        </p:nvSpPr>
        <p:spPr>
          <a:xfrm rot="5400000">
            <a:off x="13942170" y="7277096"/>
            <a:ext cx="1429736" cy="1429736"/>
          </a:xfrm>
          <a:custGeom>
            <a:avLst/>
            <a:gdLst/>
            <a:ahLst/>
            <a:cxnLst/>
            <a:rect l="l" t="t" r="r" b="b"/>
            <a:pathLst>
              <a:path w="1429736" h="1429736">
                <a:moveTo>
                  <a:pt x="0" y="0"/>
                </a:moveTo>
                <a:lnTo>
                  <a:pt x="1429736" y="0"/>
                </a:lnTo>
                <a:lnTo>
                  <a:pt x="1429736" y="1429736"/>
                </a:lnTo>
                <a:lnTo>
                  <a:pt x="0" y="1429736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763</TotalTime>
  <Words>1846</Words>
  <Application>Microsoft Office PowerPoint</Application>
  <PresentationFormat>Custom</PresentationFormat>
  <Paragraphs>321</Paragraphs>
  <Slides>25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Calibri</vt:lpstr>
      <vt:lpstr>DM Sans</vt:lpstr>
      <vt:lpstr>DM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Copy of Artificial Intelligence Seminar Slides</dc:title>
  <cp:lastModifiedBy>ashi aida</cp:lastModifiedBy>
  <cp:revision>1</cp:revision>
  <dcterms:created xsi:type="dcterms:W3CDTF">2006-08-16T00:00:00Z</dcterms:created>
  <dcterms:modified xsi:type="dcterms:W3CDTF">2026-03-11T17:30:42Z</dcterms:modified>
  <dc:identifier>DAHC0dFL9OU</dc:identifier>
</cp:coreProperties>
</file>